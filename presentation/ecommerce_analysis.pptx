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2" r:id="rId8"/>
    <p:sldId id="271" r:id="rId9"/>
    <p:sldId id="265" r:id="rId10"/>
    <p:sldId id="273" r:id="rId11"/>
    <p:sldId id="274" r:id="rId12"/>
    <p:sldId id="275" r:id="rId13"/>
    <p:sldId id="269" r:id="rId14"/>
    <p:sldId id="278" r:id="rId15"/>
    <p:sldId id="268" r:id="rId16"/>
    <p:sldId id="277" r:id="rId17"/>
    <p:sldId id="279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D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на" userId="b509f91a689c3b1e" providerId="LiveId" clId="{E226A4E9-6000-4FD2-9B6B-440369931FEF}"/>
    <pc:docChg chg="undo redo custSel addSld delSld modSld sldOrd addMainMaster delMainMaster modMainMaster">
      <pc:chgData name="Анна" userId="b509f91a689c3b1e" providerId="LiveId" clId="{E226A4E9-6000-4FD2-9B6B-440369931FEF}" dt="2026-02-09T18:25:48.566" v="2940" actId="20577"/>
      <pc:docMkLst>
        <pc:docMk/>
      </pc:docMkLst>
      <pc:sldChg chg="modSp new mod">
        <pc:chgData name="Анна" userId="b509f91a689c3b1e" providerId="LiveId" clId="{E226A4E9-6000-4FD2-9B6B-440369931FEF}" dt="2026-02-09T17:19:40.425" v="2857" actId="27636"/>
        <pc:sldMkLst>
          <pc:docMk/>
          <pc:sldMk cId="561691824" sldId="256"/>
        </pc:sldMkLst>
        <pc:spChg chg="mod">
          <ac:chgData name="Анна" userId="b509f91a689c3b1e" providerId="LiveId" clId="{E226A4E9-6000-4FD2-9B6B-440369931FEF}" dt="2026-02-09T16:24:26.894" v="2106" actId="207"/>
          <ac:spMkLst>
            <pc:docMk/>
            <pc:sldMk cId="561691824" sldId="256"/>
            <ac:spMk id="2" creationId="{BC151B41-9764-42AE-8EC6-6A5CB1D6D847}"/>
          </ac:spMkLst>
        </pc:spChg>
        <pc:spChg chg="mod">
          <ac:chgData name="Анна" userId="b509f91a689c3b1e" providerId="LiveId" clId="{E226A4E9-6000-4FD2-9B6B-440369931FEF}" dt="2026-02-09T17:19:40.425" v="2857" actId="27636"/>
          <ac:spMkLst>
            <pc:docMk/>
            <pc:sldMk cId="561691824" sldId="256"/>
            <ac:spMk id="3" creationId="{1D273F32-3100-4561-9E19-ED0E35C1403B}"/>
          </ac:spMkLst>
        </pc:spChg>
      </pc:sldChg>
      <pc:sldChg chg="addSp delSp modSp new mod chgLayout">
        <pc:chgData name="Анна" userId="b509f91a689c3b1e" providerId="LiveId" clId="{E226A4E9-6000-4FD2-9B6B-440369931FEF}" dt="2026-02-09T18:03:47.633" v="2869" actId="1037"/>
        <pc:sldMkLst>
          <pc:docMk/>
          <pc:sldMk cId="4111219957" sldId="257"/>
        </pc:sldMkLst>
        <pc:spChg chg="mod ord">
          <ac:chgData name="Анна" userId="b509f91a689c3b1e" providerId="LiveId" clId="{E226A4E9-6000-4FD2-9B6B-440369931FEF}" dt="2026-02-09T16:24:32.990" v="2107" actId="207"/>
          <ac:spMkLst>
            <pc:docMk/>
            <pc:sldMk cId="4111219957" sldId="257"/>
            <ac:spMk id="2" creationId="{3F12E9AE-1F99-4452-A5BD-31E399CB6B46}"/>
          </ac:spMkLst>
        </pc:spChg>
        <pc:spChg chg="del mod ord">
          <ac:chgData name="Анна" userId="b509f91a689c3b1e" providerId="LiveId" clId="{E226A4E9-6000-4FD2-9B6B-440369931FEF}" dt="2026-02-09T12:01:29.671" v="154" actId="931"/>
          <ac:spMkLst>
            <pc:docMk/>
            <pc:sldMk cId="4111219957" sldId="257"/>
            <ac:spMk id="3" creationId="{5E4ECAB6-F483-45F4-8A1B-8CC01C67B88A}"/>
          </ac:spMkLst>
        </pc:spChg>
        <pc:spChg chg="del mod">
          <ac:chgData name="Анна" userId="b509f91a689c3b1e" providerId="LiveId" clId="{E226A4E9-6000-4FD2-9B6B-440369931FEF}" dt="2026-02-09T11:54:56.691" v="85" actId="931"/>
          <ac:spMkLst>
            <pc:docMk/>
            <pc:sldMk cId="4111219957" sldId="257"/>
            <ac:spMk id="4" creationId="{CC97C94D-D7F5-4133-B60C-7484BA7C4175}"/>
          </ac:spMkLst>
        </pc:spChg>
        <pc:spChg chg="add mod ord">
          <ac:chgData name="Анна" userId="b509f91a689c3b1e" providerId="LiveId" clId="{E226A4E9-6000-4FD2-9B6B-440369931FEF}" dt="2026-02-09T12:03:05.789" v="161" actId="27636"/>
          <ac:spMkLst>
            <pc:docMk/>
            <pc:sldMk cId="4111219957" sldId="257"/>
            <ac:spMk id="7" creationId="{114810BA-3ADF-4A09-97DC-2ADE6939E360}"/>
          </ac:spMkLst>
        </pc:spChg>
        <pc:picChg chg="add del mod ord">
          <ac:chgData name="Анна" userId="b509f91a689c3b1e" providerId="LiveId" clId="{E226A4E9-6000-4FD2-9B6B-440369931FEF}" dt="2026-02-09T12:01:25.091" v="153" actId="478"/>
          <ac:picMkLst>
            <pc:docMk/>
            <pc:sldMk cId="4111219957" sldId="257"/>
            <ac:picMk id="6" creationId="{7B92407C-2E74-40C2-9F9F-37B884817C30}"/>
          </ac:picMkLst>
        </pc:picChg>
        <pc:picChg chg="add mod">
          <ac:chgData name="Анна" userId="b509f91a689c3b1e" providerId="LiveId" clId="{E226A4E9-6000-4FD2-9B6B-440369931FEF}" dt="2026-02-09T12:01:29.671" v="154" actId="931"/>
          <ac:picMkLst>
            <pc:docMk/>
            <pc:sldMk cId="4111219957" sldId="257"/>
            <ac:picMk id="9" creationId="{21153E6D-A601-4843-B99C-181F32695E11}"/>
          </ac:picMkLst>
        </pc:picChg>
        <pc:cxnChg chg="add mod">
          <ac:chgData name="Анна" userId="b509f91a689c3b1e" providerId="LiveId" clId="{E226A4E9-6000-4FD2-9B6B-440369931FEF}" dt="2026-02-09T18:03:47.633" v="2869" actId="1037"/>
          <ac:cxnSpMkLst>
            <pc:docMk/>
            <pc:sldMk cId="4111219957" sldId="257"/>
            <ac:cxnSpMk id="5" creationId="{7026A23A-AC37-4D0C-9703-5B9C364CC58B}"/>
          </ac:cxnSpMkLst>
        </pc:cxnChg>
        <pc:cxnChg chg="add del mod">
          <ac:chgData name="Анна" userId="b509f91a689c3b1e" providerId="LiveId" clId="{E226A4E9-6000-4FD2-9B6B-440369931FEF}" dt="2026-02-09T16:33:14.043" v="2170" actId="478"/>
          <ac:cxnSpMkLst>
            <pc:docMk/>
            <pc:sldMk cId="4111219957" sldId="257"/>
            <ac:cxnSpMk id="10" creationId="{33B67B4D-76D1-4E9C-9A18-A1ADEB022257}"/>
          </ac:cxnSpMkLst>
        </pc:cxnChg>
      </pc:sldChg>
      <pc:sldChg chg="addSp delSp modSp new mod">
        <pc:chgData name="Анна" userId="b509f91a689c3b1e" providerId="LiveId" clId="{E226A4E9-6000-4FD2-9B6B-440369931FEF}" dt="2026-02-09T16:24:52.545" v="2114" actId="207"/>
        <pc:sldMkLst>
          <pc:docMk/>
          <pc:sldMk cId="2226235910" sldId="258"/>
        </pc:sldMkLst>
        <pc:spChg chg="del">
          <ac:chgData name="Анна" userId="b509f91a689c3b1e" providerId="LiveId" clId="{E226A4E9-6000-4FD2-9B6B-440369931FEF}" dt="2026-02-09T13:07:31.151" v="1407" actId="478"/>
          <ac:spMkLst>
            <pc:docMk/>
            <pc:sldMk cId="2226235910" sldId="258"/>
            <ac:spMk id="2" creationId="{3F820D15-DD85-4B64-A55A-0DDB041B57CB}"/>
          </ac:spMkLst>
        </pc:spChg>
        <pc:spChg chg="mod">
          <ac:chgData name="Анна" userId="b509f91a689c3b1e" providerId="LiveId" clId="{E226A4E9-6000-4FD2-9B6B-440369931FEF}" dt="2026-02-09T16:24:38.078" v="2108" actId="207"/>
          <ac:spMkLst>
            <pc:docMk/>
            <pc:sldMk cId="2226235910" sldId="258"/>
            <ac:spMk id="3" creationId="{1E12F32F-FFC0-4445-BAE3-573831AB2080}"/>
          </ac:spMkLst>
        </pc:spChg>
        <pc:spChg chg="mod">
          <ac:chgData name="Анна" userId="b509f91a689c3b1e" providerId="LiveId" clId="{E226A4E9-6000-4FD2-9B6B-440369931FEF}" dt="2026-02-09T16:10:19.903" v="2012" actId="20578"/>
          <ac:spMkLst>
            <pc:docMk/>
            <pc:sldMk cId="2226235910" sldId="258"/>
            <ac:spMk id="4" creationId="{52D9F951-BB97-45AD-ACF8-60C360468B61}"/>
          </ac:spMkLst>
        </pc:spChg>
        <pc:spChg chg="mod">
          <ac:chgData name="Анна" userId="b509f91a689c3b1e" providerId="LiveId" clId="{E226A4E9-6000-4FD2-9B6B-440369931FEF}" dt="2026-02-09T16:24:41.375" v="2109" actId="207"/>
          <ac:spMkLst>
            <pc:docMk/>
            <pc:sldMk cId="2226235910" sldId="258"/>
            <ac:spMk id="5" creationId="{BB391566-03DC-4733-AFFB-7FD565925398}"/>
          </ac:spMkLst>
        </pc:spChg>
        <pc:spChg chg="mod">
          <ac:chgData name="Анна" userId="b509f91a689c3b1e" providerId="LiveId" clId="{E226A4E9-6000-4FD2-9B6B-440369931FEF}" dt="2026-02-09T16:10:14.031" v="2011" actId="20578"/>
          <ac:spMkLst>
            <pc:docMk/>
            <pc:sldMk cId="2226235910" sldId="258"/>
            <ac:spMk id="6" creationId="{39FC8D20-DAF2-40FD-B767-41817C40CFB2}"/>
          </ac:spMkLst>
        </pc:spChg>
        <pc:spChg chg="add mod">
          <ac:chgData name="Анна" userId="b509f91a689c3b1e" providerId="LiveId" clId="{E226A4E9-6000-4FD2-9B6B-440369931FEF}" dt="2026-02-09T16:24:52.545" v="2114" actId="207"/>
          <ac:spMkLst>
            <pc:docMk/>
            <pc:sldMk cId="2226235910" sldId="258"/>
            <ac:spMk id="9" creationId="{638EDCCF-4A43-4377-AFCD-8D339055142B}"/>
          </ac:spMkLst>
        </pc:spChg>
        <pc:cxnChg chg="add del mod">
          <ac:chgData name="Анна" userId="b509f91a689c3b1e" providerId="LiveId" clId="{E226A4E9-6000-4FD2-9B6B-440369931FEF}" dt="2026-02-09T13:10:48.464" v="1451" actId="478"/>
          <ac:cxnSpMkLst>
            <pc:docMk/>
            <pc:sldMk cId="2226235910" sldId="258"/>
            <ac:cxnSpMk id="8" creationId="{525567DC-B558-4B85-A6B4-DC99D9D4BDE1}"/>
          </ac:cxnSpMkLst>
        </pc:cxnChg>
      </pc:sldChg>
      <pc:sldChg chg="addSp delSp modSp new mod modClrScheme chgLayout">
        <pc:chgData name="Анна" userId="b509f91a689c3b1e" providerId="LiveId" clId="{E226A4E9-6000-4FD2-9B6B-440369931FEF}" dt="2026-02-09T18:11:13.166" v="2939" actId="120"/>
        <pc:sldMkLst>
          <pc:docMk/>
          <pc:sldMk cId="2071689052" sldId="259"/>
        </pc:sldMkLst>
        <pc:spChg chg="del">
          <ac:chgData name="Анна" userId="b509f91a689c3b1e" providerId="LiveId" clId="{E226A4E9-6000-4FD2-9B6B-440369931FEF}" dt="2026-02-09T12:03:50.753" v="164" actId="700"/>
          <ac:spMkLst>
            <pc:docMk/>
            <pc:sldMk cId="2071689052" sldId="259"/>
            <ac:spMk id="2" creationId="{1D795A71-B750-4DEB-89F9-3F65091AFD30}"/>
          </ac:spMkLst>
        </pc:spChg>
        <pc:spChg chg="del">
          <ac:chgData name="Анна" userId="b509f91a689c3b1e" providerId="LiveId" clId="{E226A4E9-6000-4FD2-9B6B-440369931FEF}" dt="2026-02-09T12:03:50.753" v="164" actId="700"/>
          <ac:spMkLst>
            <pc:docMk/>
            <pc:sldMk cId="2071689052" sldId="259"/>
            <ac:spMk id="3" creationId="{97B16E47-DB5F-4C68-94ED-2366BDA28E19}"/>
          </ac:spMkLst>
        </pc:spChg>
        <pc:spChg chg="del">
          <ac:chgData name="Анна" userId="b509f91a689c3b1e" providerId="LiveId" clId="{E226A4E9-6000-4FD2-9B6B-440369931FEF}" dt="2026-02-09T12:03:50.753" v="164" actId="700"/>
          <ac:spMkLst>
            <pc:docMk/>
            <pc:sldMk cId="2071689052" sldId="259"/>
            <ac:spMk id="4" creationId="{536DC7E5-60C8-400C-B130-14D59A0DC389}"/>
          </ac:spMkLst>
        </pc:spChg>
        <pc:spChg chg="add del mod">
          <ac:chgData name="Анна" userId="b509f91a689c3b1e" providerId="LiveId" clId="{E226A4E9-6000-4FD2-9B6B-440369931FEF}" dt="2026-02-09T18:10:53.864" v="2937" actId="478"/>
          <ac:spMkLst>
            <pc:docMk/>
            <pc:sldMk cId="2071689052" sldId="259"/>
            <ac:spMk id="7" creationId="{25D265EB-2E29-46ED-8ABB-A8F594291614}"/>
          </ac:spMkLst>
        </pc:spChg>
        <pc:spChg chg="add mod">
          <ac:chgData name="Анна" userId="b509f91a689c3b1e" providerId="LiveId" clId="{E226A4E9-6000-4FD2-9B6B-440369931FEF}" dt="2026-02-09T13:09:37.980" v="1422" actId="1076"/>
          <ac:spMkLst>
            <pc:docMk/>
            <pc:sldMk cId="2071689052" sldId="259"/>
            <ac:spMk id="8" creationId="{0CD0BFDD-7184-442D-987B-7397649BE7A2}"/>
          </ac:spMkLst>
        </pc:spChg>
        <pc:spChg chg="add mod">
          <ac:chgData name="Анна" userId="b509f91a689c3b1e" providerId="LiveId" clId="{E226A4E9-6000-4FD2-9B6B-440369931FEF}" dt="2026-02-09T18:09:36.151" v="2927" actId="1076"/>
          <ac:spMkLst>
            <pc:docMk/>
            <pc:sldMk cId="2071689052" sldId="259"/>
            <ac:spMk id="9" creationId="{D135FAA0-C95E-4B64-B44A-FB15ADBC610E}"/>
          </ac:spMkLst>
        </pc:spChg>
        <pc:spChg chg="add mod">
          <ac:chgData name="Анна" userId="b509f91a689c3b1e" providerId="LiveId" clId="{E226A4E9-6000-4FD2-9B6B-440369931FEF}" dt="2026-02-09T18:11:13.166" v="2939" actId="120"/>
          <ac:spMkLst>
            <pc:docMk/>
            <pc:sldMk cId="2071689052" sldId="259"/>
            <ac:spMk id="10" creationId="{4C608F65-74E5-4C11-9606-845F9CBF0551}"/>
          </ac:spMkLst>
        </pc:spChg>
        <pc:spChg chg="add mod">
          <ac:chgData name="Анна" userId="b509f91a689c3b1e" providerId="LiveId" clId="{E226A4E9-6000-4FD2-9B6B-440369931FEF}" dt="2026-02-09T18:09:25.011" v="2925" actId="1076"/>
          <ac:spMkLst>
            <pc:docMk/>
            <pc:sldMk cId="2071689052" sldId="259"/>
            <ac:spMk id="11" creationId="{F60E5BDB-D2DC-49B6-86E1-A28E7E50FF3F}"/>
          </ac:spMkLst>
        </pc:spChg>
        <pc:spChg chg="add del mod">
          <ac:chgData name="Анна" userId="b509f91a689c3b1e" providerId="LiveId" clId="{E226A4E9-6000-4FD2-9B6B-440369931FEF}" dt="2026-02-09T18:08:55.671" v="2909" actId="478"/>
          <ac:spMkLst>
            <pc:docMk/>
            <pc:sldMk cId="2071689052" sldId="259"/>
            <ac:spMk id="19" creationId="{FA22D07D-FE51-4D44-8A30-22528A8147E9}"/>
          </ac:spMkLst>
        </pc:spChg>
        <pc:picChg chg="add mod">
          <ac:chgData name="Анна" userId="b509f91a689c3b1e" providerId="LiveId" clId="{E226A4E9-6000-4FD2-9B6B-440369931FEF}" dt="2026-02-09T18:05:21.368" v="2882" actId="1076"/>
          <ac:picMkLst>
            <pc:docMk/>
            <pc:sldMk cId="2071689052" sldId="259"/>
            <ac:picMk id="6" creationId="{FB0754A8-52D5-4193-BA3D-0D0E189DEEFA}"/>
          </ac:picMkLst>
        </pc:picChg>
        <pc:cxnChg chg="add del mod">
          <ac:chgData name="Анна" userId="b509f91a689c3b1e" providerId="LiveId" clId="{E226A4E9-6000-4FD2-9B6B-440369931FEF}" dt="2026-02-09T18:04:30.936" v="2874" actId="478"/>
          <ac:cxnSpMkLst>
            <pc:docMk/>
            <pc:sldMk cId="2071689052" sldId="259"/>
            <ac:cxnSpMk id="12" creationId="{C1485FF1-A3D4-4488-96C7-99A23A167F60}"/>
          </ac:cxnSpMkLst>
        </pc:cxnChg>
        <pc:cxnChg chg="add mod">
          <ac:chgData name="Анна" userId="b509f91a689c3b1e" providerId="LiveId" clId="{E226A4E9-6000-4FD2-9B6B-440369931FEF}" dt="2026-02-09T18:09:30.019" v="2926" actId="1076"/>
          <ac:cxnSpMkLst>
            <pc:docMk/>
            <pc:sldMk cId="2071689052" sldId="259"/>
            <ac:cxnSpMk id="13" creationId="{66C8D37C-7E98-4571-B715-00CB9A58B846}"/>
          </ac:cxnSpMkLst>
        </pc:cxnChg>
        <pc:cxnChg chg="add mod">
          <ac:chgData name="Анна" userId="b509f91a689c3b1e" providerId="LiveId" clId="{E226A4E9-6000-4FD2-9B6B-440369931FEF}" dt="2026-02-09T13:16:02.721" v="1522" actId="14100"/>
          <ac:cxnSpMkLst>
            <pc:docMk/>
            <pc:sldMk cId="2071689052" sldId="259"/>
            <ac:cxnSpMk id="14" creationId="{CD6CF54E-1A01-4991-81AB-64CB1B00F5F4}"/>
          </ac:cxnSpMkLst>
        </pc:cxnChg>
      </pc:sldChg>
      <pc:sldChg chg="addSp delSp modSp new mod">
        <pc:chgData name="Анна" userId="b509f91a689c3b1e" providerId="LiveId" clId="{E226A4E9-6000-4FD2-9B6B-440369931FEF}" dt="2026-02-09T16:53:46.466" v="2586" actId="20577"/>
        <pc:sldMkLst>
          <pc:docMk/>
          <pc:sldMk cId="486237725" sldId="260"/>
        </pc:sldMkLst>
        <pc:spChg chg="del mod">
          <ac:chgData name="Анна" userId="b509f91a689c3b1e" providerId="LiveId" clId="{E226A4E9-6000-4FD2-9B6B-440369931FEF}" dt="2026-02-09T16:53:34.327" v="2574" actId="478"/>
          <ac:spMkLst>
            <pc:docMk/>
            <pc:sldMk cId="486237725" sldId="260"/>
            <ac:spMk id="2" creationId="{D23FD994-2A98-4DEB-B349-49CC9E005F70}"/>
          </ac:spMkLst>
        </pc:spChg>
        <pc:spChg chg="del">
          <ac:chgData name="Анна" userId="b509f91a689c3b1e" providerId="LiveId" clId="{E226A4E9-6000-4FD2-9B6B-440369931FEF}" dt="2026-02-09T12:06:34.654" v="170" actId="931"/>
          <ac:spMkLst>
            <pc:docMk/>
            <pc:sldMk cId="486237725" sldId="260"/>
            <ac:spMk id="3" creationId="{0E6BD22A-EF31-43D6-924B-54A6B7A20412}"/>
          </ac:spMkLst>
        </pc:spChg>
        <pc:spChg chg="mod">
          <ac:chgData name="Анна" userId="b509f91a689c3b1e" providerId="LiveId" clId="{E226A4E9-6000-4FD2-9B6B-440369931FEF}" dt="2026-02-09T16:31:33.223" v="2161" actId="14100"/>
          <ac:spMkLst>
            <pc:docMk/>
            <pc:sldMk cId="486237725" sldId="260"/>
            <ac:spMk id="4" creationId="{B9EE4BD0-8FCA-486F-8420-A9C14D146E57}"/>
          </ac:spMkLst>
        </pc:spChg>
        <pc:spChg chg="add del">
          <ac:chgData name="Анна" userId="b509f91a689c3b1e" providerId="LiveId" clId="{E226A4E9-6000-4FD2-9B6B-440369931FEF}" dt="2026-02-09T12:20:59.166" v="278"/>
          <ac:spMkLst>
            <pc:docMk/>
            <pc:sldMk cId="486237725" sldId="260"/>
            <ac:spMk id="7" creationId="{8499C777-36A3-4B48-9218-57A20B352516}"/>
          </ac:spMkLst>
        </pc:spChg>
        <pc:spChg chg="add del">
          <ac:chgData name="Анна" userId="b509f91a689c3b1e" providerId="LiveId" clId="{E226A4E9-6000-4FD2-9B6B-440369931FEF}" dt="2026-02-09T13:41:53.960" v="1633"/>
          <ac:spMkLst>
            <pc:docMk/>
            <pc:sldMk cId="486237725" sldId="260"/>
            <ac:spMk id="8" creationId="{707C3D03-2064-416D-8483-4B50FF71CED5}"/>
          </ac:spMkLst>
        </pc:spChg>
        <pc:spChg chg="add del mod">
          <ac:chgData name="Анна" userId="b509f91a689c3b1e" providerId="LiveId" clId="{E226A4E9-6000-4FD2-9B6B-440369931FEF}" dt="2026-02-09T15:53:09.973" v="1933" actId="478"/>
          <ac:spMkLst>
            <pc:docMk/>
            <pc:sldMk cId="486237725" sldId="260"/>
            <ac:spMk id="10" creationId="{5B1818DF-BC92-41C7-854A-9C551BD56196}"/>
          </ac:spMkLst>
        </pc:spChg>
        <pc:spChg chg="add mod">
          <ac:chgData name="Анна" userId="b509f91a689c3b1e" providerId="LiveId" clId="{E226A4E9-6000-4FD2-9B6B-440369931FEF}" dt="2026-02-09T16:31:16.040" v="2159" actId="1036"/>
          <ac:spMkLst>
            <pc:docMk/>
            <pc:sldMk cId="486237725" sldId="260"/>
            <ac:spMk id="11" creationId="{95BFFEAF-B910-4855-8B63-FCD884BAA0DD}"/>
          </ac:spMkLst>
        </pc:spChg>
        <pc:spChg chg="add del mod">
          <ac:chgData name="Анна" userId="b509f91a689c3b1e" providerId="LiveId" clId="{E226A4E9-6000-4FD2-9B6B-440369931FEF}" dt="2026-02-09T16:53:37.250" v="2575" actId="478"/>
          <ac:spMkLst>
            <pc:docMk/>
            <pc:sldMk cId="486237725" sldId="260"/>
            <ac:spMk id="16" creationId="{FC09CB83-F3F7-4D6E-BA31-F5A0C15293FC}"/>
          </ac:spMkLst>
        </pc:spChg>
        <pc:spChg chg="add mod">
          <ac:chgData name="Анна" userId="b509f91a689c3b1e" providerId="LiveId" clId="{E226A4E9-6000-4FD2-9B6B-440369931FEF}" dt="2026-02-09T16:53:46.466" v="2586" actId="20577"/>
          <ac:spMkLst>
            <pc:docMk/>
            <pc:sldMk cId="486237725" sldId="260"/>
            <ac:spMk id="17" creationId="{5A8DC2C6-A2B0-4C92-9E78-F8397B33672B}"/>
          </ac:spMkLst>
        </pc:spChg>
        <pc:picChg chg="add del mod modCrop">
          <ac:chgData name="Анна" userId="b509f91a689c3b1e" providerId="LiveId" clId="{E226A4E9-6000-4FD2-9B6B-440369931FEF}" dt="2026-02-09T15:52:28.811" v="1926" actId="21"/>
          <ac:picMkLst>
            <pc:docMk/>
            <pc:sldMk cId="486237725" sldId="260"/>
            <ac:picMk id="6" creationId="{E9E08AA0-3453-485E-8D90-47E4ABC96A4A}"/>
          </ac:picMkLst>
        </pc:picChg>
        <pc:cxnChg chg="add del mod">
          <ac:chgData name="Анна" userId="b509f91a689c3b1e" providerId="LiveId" clId="{E226A4E9-6000-4FD2-9B6B-440369931FEF}" dt="2026-02-09T16:53:38.952" v="2576" actId="478"/>
          <ac:cxnSpMkLst>
            <pc:docMk/>
            <pc:sldMk cId="486237725" sldId="260"/>
            <ac:cxnSpMk id="13" creationId="{9953BB79-976E-4FFF-A7E1-528FCFD148F1}"/>
          </ac:cxnSpMkLst>
        </pc:cxnChg>
        <pc:cxnChg chg="add mod">
          <ac:chgData name="Анна" userId="b509f91a689c3b1e" providerId="LiveId" clId="{E226A4E9-6000-4FD2-9B6B-440369931FEF}" dt="2026-02-09T16:53:40.184" v="2577"/>
          <ac:cxnSpMkLst>
            <pc:docMk/>
            <pc:sldMk cId="486237725" sldId="260"/>
            <ac:cxnSpMk id="18" creationId="{9E1EA1B5-CC30-4F65-9609-8761F44BF45F}"/>
          </ac:cxnSpMkLst>
        </pc:cxnChg>
      </pc:sldChg>
      <pc:sldChg chg="new del">
        <pc:chgData name="Анна" userId="b509f91a689c3b1e" providerId="LiveId" clId="{E226A4E9-6000-4FD2-9B6B-440369931FEF}" dt="2026-02-09T12:00:58.744" v="148" actId="47"/>
        <pc:sldMkLst>
          <pc:docMk/>
          <pc:sldMk cId="3162969959" sldId="260"/>
        </pc:sldMkLst>
      </pc:sldChg>
      <pc:sldChg chg="addSp delSp modSp new del mod">
        <pc:chgData name="Анна" userId="b509f91a689c3b1e" providerId="LiveId" clId="{E226A4E9-6000-4FD2-9B6B-440369931FEF}" dt="2026-02-09T13:51:16.238" v="1821" actId="2696"/>
        <pc:sldMkLst>
          <pc:docMk/>
          <pc:sldMk cId="2728757939" sldId="261"/>
        </pc:sldMkLst>
        <pc:spChg chg="mod">
          <ac:chgData name="Анна" userId="b509f91a689c3b1e" providerId="LiveId" clId="{E226A4E9-6000-4FD2-9B6B-440369931FEF}" dt="2026-02-09T12:28:37.512" v="303" actId="20577"/>
          <ac:spMkLst>
            <pc:docMk/>
            <pc:sldMk cId="2728757939" sldId="261"/>
            <ac:spMk id="2" creationId="{CCFDEBC0-4D4C-493C-A025-70DF1CEF0325}"/>
          </ac:spMkLst>
        </pc:spChg>
        <pc:spChg chg="del mod">
          <ac:chgData name="Анна" userId="b509f91a689c3b1e" providerId="LiveId" clId="{E226A4E9-6000-4FD2-9B6B-440369931FEF}" dt="2026-02-09T12:42:57.856" v="710" actId="931"/>
          <ac:spMkLst>
            <pc:docMk/>
            <pc:sldMk cId="2728757939" sldId="261"/>
            <ac:spMk id="3" creationId="{3C244EF9-F7FD-491D-845A-973B08AFCEAB}"/>
          </ac:spMkLst>
        </pc:spChg>
        <pc:spChg chg="mod">
          <ac:chgData name="Анна" userId="b509f91a689c3b1e" providerId="LiveId" clId="{E226A4E9-6000-4FD2-9B6B-440369931FEF}" dt="2026-02-09T12:45:03.842" v="906" actId="20577"/>
          <ac:spMkLst>
            <pc:docMk/>
            <pc:sldMk cId="2728757939" sldId="261"/>
            <ac:spMk id="4" creationId="{8E5E3C1A-6509-4C3F-8381-920AF0DC85C2}"/>
          </ac:spMkLst>
        </pc:spChg>
        <pc:picChg chg="add mod">
          <ac:chgData name="Анна" userId="b509f91a689c3b1e" providerId="LiveId" clId="{E226A4E9-6000-4FD2-9B6B-440369931FEF}" dt="2026-02-09T12:42:57.856" v="710" actId="931"/>
          <ac:picMkLst>
            <pc:docMk/>
            <pc:sldMk cId="2728757939" sldId="261"/>
            <ac:picMk id="6" creationId="{0E03D7D8-9FEB-41EF-AC91-A51032900BF5}"/>
          </ac:picMkLst>
        </pc:picChg>
      </pc:sldChg>
      <pc:sldChg chg="addSp delSp modSp new del mod">
        <pc:chgData name="Анна" userId="b509f91a689c3b1e" providerId="LiveId" clId="{E226A4E9-6000-4FD2-9B6B-440369931FEF}" dt="2026-02-09T13:51:19.383" v="1822" actId="2696"/>
        <pc:sldMkLst>
          <pc:docMk/>
          <pc:sldMk cId="3463707130" sldId="262"/>
        </pc:sldMkLst>
        <pc:spChg chg="mod">
          <ac:chgData name="Анна" userId="b509f91a689c3b1e" providerId="LiveId" clId="{E226A4E9-6000-4FD2-9B6B-440369931FEF}" dt="2026-02-09T12:49:48.294" v="917" actId="20577"/>
          <ac:spMkLst>
            <pc:docMk/>
            <pc:sldMk cId="3463707130" sldId="262"/>
            <ac:spMk id="2" creationId="{F8FB266A-085D-44E7-811B-5040104630F2}"/>
          </ac:spMkLst>
        </pc:spChg>
        <pc:spChg chg="del mod">
          <ac:chgData name="Анна" userId="b509f91a689c3b1e" providerId="LiveId" clId="{E226A4E9-6000-4FD2-9B6B-440369931FEF}" dt="2026-02-09T12:49:43.329" v="909" actId="931"/>
          <ac:spMkLst>
            <pc:docMk/>
            <pc:sldMk cId="3463707130" sldId="262"/>
            <ac:spMk id="3" creationId="{6EA9DB4E-F6D4-4194-BC64-25287391E1FE}"/>
          </ac:spMkLst>
        </pc:spChg>
        <pc:spChg chg="mod">
          <ac:chgData name="Анна" userId="b509f91a689c3b1e" providerId="LiveId" clId="{E226A4E9-6000-4FD2-9B6B-440369931FEF}" dt="2026-02-09T13:04:33.356" v="1405" actId="27636"/>
          <ac:spMkLst>
            <pc:docMk/>
            <pc:sldMk cId="3463707130" sldId="262"/>
            <ac:spMk id="4" creationId="{9CF01211-11C2-4CEA-BD4C-67E4C0113A78}"/>
          </ac:spMkLst>
        </pc:spChg>
        <pc:picChg chg="add mod modCrop">
          <ac:chgData name="Анна" userId="b509f91a689c3b1e" providerId="LiveId" clId="{E226A4E9-6000-4FD2-9B6B-440369931FEF}" dt="2026-02-09T13:05:52.587" v="1406" actId="1076"/>
          <ac:picMkLst>
            <pc:docMk/>
            <pc:sldMk cId="3463707130" sldId="262"/>
            <ac:picMk id="6" creationId="{857D38D6-FB3E-4B9B-9E39-0EC3387CFA49}"/>
          </ac:picMkLst>
        </pc:picChg>
        <pc:picChg chg="add del mod">
          <ac:chgData name="Анна" userId="b509f91a689c3b1e" providerId="LiveId" clId="{E226A4E9-6000-4FD2-9B6B-440369931FEF}" dt="2026-02-09T13:02:47.057" v="1302" actId="931"/>
          <ac:picMkLst>
            <pc:docMk/>
            <pc:sldMk cId="3463707130" sldId="262"/>
            <ac:picMk id="8" creationId="{D006C68F-2CB9-48F2-968A-E37E4856F297}"/>
          </ac:picMkLst>
        </pc:picChg>
      </pc:sldChg>
      <pc:sldChg chg="new del">
        <pc:chgData name="Анна" userId="b509f91a689c3b1e" providerId="LiveId" clId="{E226A4E9-6000-4FD2-9B6B-440369931FEF}" dt="2026-02-09T13:51:40.103" v="1823" actId="2696"/>
        <pc:sldMkLst>
          <pc:docMk/>
          <pc:sldMk cId="2237795576" sldId="263"/>
        </pc:sldMkLst>
      </pc:sldChg>
      <pc:sldChg chg="modSp add del mod">
        <pc:chgData name="Анна" userId="b509f91a689c3b1e" providerId="LiveId" clId="{E226A4E9-6000-4FD2-9B6B-440369931FEF}" dt="2026-02-09T13:48:02.479" v="1772" actId="2696"/>
        <pc:sldMkLst>
          <pc:docMk/>
          <pc:sldMk cId="3713967073" sldId="264"/>
        </pc:sldMkLst>
        <pc:spChg chg="mod">
          <ac:chgData name="Анна" userId="b509f91a689c3b1e" providerId="LiveId" clId="{E226A4E9-6000-4FD2-9B6B-440369931FEF}" dt="2026-02-09T13:45:15.873" v="1695" actId="20577"/>
          <ac:spMkLst>
            <pc:docMk/>
            <pc:sldMk cId="3713967073" sldId="264"/>
            <ac:spMk id="2" creationId="{D23FD994-2A98-4DEB-B349-49CC9E005F70}"/>
          </ac:spMkLst>
        </pc:spChg>
        <pc:spChg chg="mod">
          <ac:chgData name="Анна" userId="b509f91a689c3b1e" providerId="LiveId" clId="{E226A4E9-6000-4FD2-9B6B-440369931FEF}" dt="2026-02-09T13:33:15.843" v="1630"/>
          <ac:spMkLst>
            <pc:docMk/>
            <pc:sldMk cId="3713967073" sldId="264"/>
            <ac:spMk id="4" creationId="{B9EE4BD0-8FCA-486F-8420-A9C14D146E57}"/>
          </ac:spMkLst>
        </pc:spChg>
        <pc:picChg chg="mod">
          <ac:chgData name="Анна" userId="b509f91a689c3b1e" providerId="LiveId" clId="{E226A4E9-6000-4FD2-9B6B-440369931FEF}" dt="2026-02-09T13:33:27.234" v="1631" actId="14826"/>
          <ac:picMkLst>
            <pc:docMk/>
            <pc:sldMk cId="3713967073" sldId="264"/>
            <ac:picMk id="6" creationId="{E9E08AA0-3453-485E-8D90-47E4ABC96A4A}"/>
          </ac:picMkLst>
        </pc:picChg>
      </pc:sldChg>
      <pc:sldChg chg="modSp add del mod ord">
        <pc:chgData name="Анна" userId="b509f91a689c3b1e" providerId="LiveId" clId="{E226A4E9-6000-4FD2-9B6B-440369931FEF}" dt="2026-02-09T13:45:48.643" v="1708" actId="2696"/>
        <pc:sldMkLst>
          <pc:docMk/>
          <pc:sldMk cId="576296246" sldId="265"/>
        </pc:sldMkLst>
        <pc:spChg chg="mod">
          <ac:chgData name="Анна" userId="b509f91a689c3b1e" providerId="LiveId" clId="{E226A4E9-6000-4FD2-9B6B-440369931FEF}" dt="2026-02-09T13:45:43.392" v="1707" actId="20577"/>
          <ac:spMkLst>
            <pc:docMk/>
            <pc:sldMk cId="576296246" sldId="265"/>
            <ac:spMk id="2" creationId="{D23FD994-2A98-4DEB-B349-49CC9E005F70}"/>
          </ac:spMkLst>
        </pc:spChg>
      </pc:sldChg>
      <pc:sldChg chg="addSp delSp modSp add mod">
        <pc:chgData name="Анна" userId="b509f91a689c3b1e" providerId="LiveId" clId="{E226A4E9-6000-4FD2-9B6B-440369931FEF}" dt="2026-02-09T18:04:06.761" v="2870" actId="208"/>
        <pc:sldMkLst>
          <pc:docMk/>
          <pc:sldMk cId="1378268197" sldId="265"/>
        </pc:sldMkLst>
        <pc:spChg chg="mod">
          <ac:chgData name="Анна" userId="b509f91a689c3b1e" providerId="LiveId" clId="{E226A4E9-6000-4FD2-9B6B-440369931FEF}" dt="2026-02-09T16:25:19.356" v="2118" actId="207"/>
          <ac:spMkLst>
            <pc:docMk/>
            <pc:sldMk cId="1378268197" sldId="265"/>
            <ac:spMk id="2" creationId="{D23FD994-2A98-4DEB-B349-49CC9E005F70}"/>
          </ac:spMkLst>
        </pc:spChg>
        <pc:spChg chg="mod">
          <ac:chgData name="Анна" userId="b509f91a689c3b1e" providerId="LiveId" clId="{E226A4E9-6000-4FD2-9B6B-440369931FEF}" dt="2026-02-09T16:39:30.671" v="2250" actId="2711"/>
          <ac:spMkLst>
            <pc:docMk/>
            <pc:sldMk cId="1378268197" sldId="265"/>
            <ac:spMk id="4" creationId="{B9EE4BD0-8FCA-486F-8420-A9C14D146E57}"/>
          </ac:spMkLst>
        </pc:spChg>
        <pc:picChg chg="mod">
          <ac:chgData name="Анна" userId="b509f91a689c3b1e" providerId="LiveId" clId="{E226A4E9-6000-4FD2-9B6B-440369931FEF}" dt="2026-02-09T18:04:06.761" v="2870" actId="208"/>
          <ac:picMkLst>
            <pc:docMk/>
            <pc:sldMk cId="1378268197" sldId="265"/>
            <ac:picMk id="6" creationId="{E9E08AA0-3453-485E-8D90-47E4ABC96A4A}"/>
          </ac:picMkLst>
        </pc:picChg>
        <pc:cxnChg chg="add del mod">
          <ac:chgData name="Анна" userId="b509f91a689c3b1e" providerId="LiveId" clId="{E226A4E9-6000-4FD2-9B6B-440369931FEF}" dt="2026-02-09T16:32:48.928" v="2165" actId="478"/>
          <ac:cxnSpMkLst>
            <pc:docMk/>
            <pc:sldMk cId="1378268197" sldId="265"/>
            <ac:cxnSpMk id="5" creationId="{ACCA3389-37D0-4EEA-AE96-A05A0F90028F}"/>
          </ac:cxnSpMkLst>
        </pc:cxnChg>
        <pc:cxnChg chg="add mod">
          <ac:chgData name="Анна" userId="b509f91a689c3b1e" providerId="LiveId" clId="{E226A4E9-6000-4FD2-9B6B-440369931FEF}" dt="2026-02-09T16:52:53.211" v="2548" actId="1037"/>
          <ac:cxnSpMkLst>
            <pc:docMk/>
            <pc:sldMk cId="1378268197" sldId="265"/>
            <ac:cxnSpMk id="7" creationId="{7B5B1DB3-9B8E-4CD2-8601-D5BF41ED5778}"/>
          </ac:cxnSpMkLst>
        </pc:cxnChg>
      </pc:sldChg>
      <pc:sldChg chg="addSp delSp modSp add del mod">
        <pc:chgData name="Анна" userId="b509f91a689c3b1e" providerId="LiveId" clId="{E226A4E9-6000-4FD2-9B6B-440369931FEF}" dt="2026-02-09T16:04:55.901" v="1978" actId="2696"/>
        <pc:sldMkLst>
          <pc:docMk/>
          <pc:sldMk cId="354534740" sldId="266"/>
        </pc:sldMkLst>
        <pc:spChg chg="mod">
          <ac:chgData name="Анна" userId="b509f91a689c3b1e" providerId="LiveId" clId="{E226A4E9-6000-4FD2-9B6B-440369931FEF}" dt="2026-02-09T13:48:54.025" v="1800" actId="2711"/>
          <ac:spMkLst>
            <pc:docMk/>
            <pc:sldMk cId="354534740" sldId="266"/>
            <ac:spMk id="2" creationId="{D23FD994-2A98-4DEB-B349-49CC9E005F70}"/>
          </ac:spMkLst>
        </pc:spChg>
        <pc:spChg chg="mod">
          <ac:chgData name="Анна" userId="b509f91a689c3b1e" providerId="LiveId" clId="{E226A4E9-6000-4FD2-9B6B-440369931FEF}" dt="2026-02-09T13:50:17.942" v="1819" actId="20577"/>
          <ac:spMkLst>
            <pc:docMk/>
            <pc:sldMk cId="354534740" sldId="266"/>
            <ac:spMk id="4" creationId="{B9EE4BD0-8FCA-486F-8420-A9C14D146E57}"/>
          </ac:spMkLst>
        </pc:spChg>
        <pc:spChg chg="add del mod">
          <ac:chgData name="Анна" userId="b509f91a689c3b1e" providerId="LiveId" clId="{E226A4E9-6000-4FD2-9B6B-440369931FEF}" dt="2026-02-09T15:59:40.679" v="1952" actId="478"/>
          <ac:spMkLst>
            <pc:docMk/>
            <pc:sldMk cId="354534740" sldId="266"/>
            <ac:spMk id="5" creationId="{755E746B-0203-4E74-A3D4-B2215E8D62E8}"/>
          </ac:spMkLst>
        </pc:spChg>
        <pc:picChg chg="del mod">
          <ac:chgData name="Анна" userId="b509f91a689c3b1e" providerId="LiveId" clId="{E226A4E9-6000-4FD2-9B6B-440369931FEF}" dt="2026-02-09T15:59:38.959" v="1951" actId="21"/>
          <ac:picMkLst>
            <pc:docMk/>
            <pc:sldMk cId="354534740" sldId="266"/>
            <ac:picMk id="6" creationId="{E9E08AA0-3453-485E-8D90-47E4ABC96A4A}"/>
          </ac:picMkLst>
        </pc:picChg>
      </pc:sldChg>
      <pc:sldChg chg="addSp delSp modSp add del mod">
        <pc:chgData name="Анна" userId="b509f91a689c3b1e" providerId="LiveId" clId="{E226A4E9-6000-4FD2-9B6B-440369931FEF}" dt="2026-02-09T16:08:22.480" v="2006" actId="2696"/>
        <pc:sldMkLst>
          <pc:docMk/>
          <pc:sldMk cId="2037008002" sldId="267"/>
        </pc:sldMkLst>
        <pc:spChg chg="mod">
          <ac:chgData name="Анна" userId="b509f91a689c3b1e" providerId="LiveId" clId="{E226A4E9-6000-4FD2-9B6B-440369931FEF}" dt="2026-02-09T13:52:03.867" v="1840" actId="20577"/>
          <ac:spMkLst>
            <pc:docMk/>
            <pc:sldMk cId="2037008002" sldId="267"/>
            <ac:spMk id="2" creationId="{D23FD994-2A98-4DEB-B349-49CC9E005F70}"/>
          </ac:spMkLst>
        </pc:spChg>
        <pc:spChg chg="add del">
          <ac:chgData name="Анна" userId="b509f91a689c3b1e" providerId="LiveId" clId="{E226A4E9-6000-4FD2-9B6B-440369931FEF}" dt="2026-02-09T13:52:22.937" v="1842"/>
          <ac:spMkLst>
            <pc:docMk/>
            <pc:sldMk cId="2037008002" sldId="267"/>
            <ac:spMk id="3" creationId="{3691DDDD-B82A-4E2F-A54A-B0D43A16892F}"/>
          </ac:spMkLst>
        </pc:spChg>
        <pc:spChg chg="mod">
          <ac:chgData name="Анна" userId="b509f91a689c3b1e" providerId="LiveId" clId="{E226A4E9-6000-4FD2-9B6B-440369931FEF}" dt="2026-02-09T13:53:59.721" v="1877" actId="20577"/>
          <ac:spMkLst>
            <pc:docMk/>
            <pc:sldMk cId="2037008002" sldId="267"/>
            <ac:spMk id="4" creationId="{B9EE4BD0-8FCA-486F-8420-A9C14D146E57}"/>
          </ac:spMkLst>
        </pc:spChg>
        <pc:spChg chg="add mod">
          <ac:chgData name="Анна" userId="b509f91a689c3b1e" providerId="LiveId" clId="{E226A4E9-6000-4FD2-9B6B-440369931FEF}" dt="2026-02-09T16:06:33.206" v="1983" actId="21"/>
          <ac:spMkLst>
            <pc:docMk/>
            <pc:sldMk cId="2037008002" sldId="267"/>
            <ac:spMk id="7" creationId="{BE03E839-6F34-4A78-B6C7-21BA5BBFB47E}"/>
          </ac:spMkLst>
        </pc:spChg>
        <pc:picChg chg="del mod">
          <ac:chgData name="Анна" userId="b509f91a689c3b1e" providerId="LiveId" clId="{E226A4E9-6000-4FD2-9B6B-440369931FEF}" dt="2026-02-09T16:06:33.206" v="1983" actId="21"/>
          <ac:picMkLst>
            <pc:docMk/>
            <pc:sldMk cId="2037008002" sldId="267"/>
            <ac:picMk id="6" creationId="{E9E08AA0-3453-485E-8D90-47E4ABC96A4A}"/>
          </ac:picMkLst>
        </pc:picChg>
      </pc:sldChg>
      <pc:sldChg chg="addSp delSp modSp add mod ord">
        <pc:chgData name="Анна" userId="b509f91a689c3b1e" providerId="LiveId" clId="{E226A4E9-6000-4FD2-9B6B-440369931FEF}" dt="2026-02-09T16:24:09.492" v="2105" actId="14100"/>
        <pc:sldMkLst>
          <pc:docMk/>
          <pc:sldMk cId="1088808516" sldId="268"/>
        </pc:sldMkLst>
        <pc:spChg chg="del mod">
          <ac:chgData name="Анна" userId="b509f91a689c3b1e" providerId="LiveId" clId="{E226A4E9-6000-4FD2-9B6B-440369931FEF}" dt="2026-02-09T16:23:47.115" v="2098" actId="478"/>
          <ac:spMkLst>
            <pc:docMk/>
            <pc:sldMk cId="1088808516" sldId="268"/>
            <ac:spMk id="2" creationId="{D23FD994-2A98-4DEB-B349-49CC9E005F70}"/>
          </ac:spMkLst>
        </pc:spChg>
        <pc:spChg chg="del mod">
          <ac:chgData name="Анна" userId="b509f91a689c3b1e" providerId="LiveId" clId="{E226A4E9-6000-4FD2-9B6B-440369931FEF}" dt="2026-02-09T16:23:51.477" v="2100" actId="478"/>
          <ac:spMkLst>
            <pc:docMk/>
            <pc:sldMk cId="1088808516" sldId="268"/>
            <ac:spMk id="4" creationId="{B9EE4BD0-8FCA-486F-8420-A9C14D146E57}"/>
          </ac:spMkLst>
        </pc:spChg>
        <pc:spChg chg="add del mod">
          <ac:chgData name="Анна" userId="b509f91a689c3b1e" providerId="LiveId" clId="{E226A4E9-6000-4FD2-9B6B-440369931FEF}" dt="2026-02-09T16:23:58.388" v="2102" actId="478"/>
          <ac:spMkLst>
            <pc:docMk/>
            <pc:sldMk cId="1088808516" sldId="268"/>
            <ac:spMk id="5" creationId="{CABFED95-8C8A-451B-B9B5-C103360DC986}"/>
          </ac:spMkLst>
        </pc:spChg>
        <pc:spChg chg="add del mod">
          <ac:chgData name="Анна" userId="b509f91a689c3b1e" providerId="LiveId" clId="{E226A4E9-6000-4FD2-9B6B-440369931FEF}" dt="2026-02-09T16:23:53.785" v="2101" actId="478"/>
          <ac:spMkLst>
            <pc:docMk/>
            <pc:sldMk cId="1088808516" sldId="268"/>
            <ac:spMk id="8" creationId="{8FD28BB6-2A9F-436E-B465-49F7FDC6E61E}"/>
          </ac:spMkLst>
        </pc:spChg>
        <pc:picChg chg="mod">
          <ac:chgData name="Анна" userId="b509f91a689c3b1e" providerId="LiveId" clId="{E226A4E9-6000-4FD2-9B6B-440369931FEF}" dt="2026-02-09T16:24:09.492" v="2105" actId="14100"/>
          <ac:picMkLst>
            <pc:docMk/>
            <pc:sldMk cId="1088808516" sldId="268"/>
            <ac:picMk id="6" creationId="{E9E08AA0-3453-485E-8D90-47E4ABC96A4A}"/>
          </ac:picMkLst>
        </pc:picChg>
      </pc:sldChg>
      <pc:sldChg chg="addSp delSp modSp add mod">
        <pc:chgData name="Анна" userId="b509f91a689c3b1e" providerId="LiveId" clId="{E226A4E9-6000-4FD2-9B6B-440369931FEF}" dt="2026-02-09T16:21:06.720" v="2063" actId="1076"/>
        <pc:sldMkLst>
          <pc:docMk/>
          <pc:sldMk cId="1841122219" sldId="269"/>
        </pc:sldMkLst>
        <pc:spChg chg="del mod">
          <ac:chgData name="Анна" userId="b509f91a689c3b1e" providerId="LiveId" clId="{E226A4E9-6000-4FD2-9B6B-440369931FEF}" dt="2026-02-09T16:20:56.389" v="2059" actId="478"/>
          <ac:spMkLst>
            <pc:docMk/>
            <pc:sldMk cId="1841122219" sldId="269"/>
            <ac:spMk id="2" creationId="{D23FD994-2A98-4DEB-B349-49CC9E005F70}"/>
          </ac:spMkLst>
        </pc:spChg>
        <pc:spChg chg="add del mod">
          <ac:chgData name="Анна" userId="b509f91a689c3b1e" providerId="LiveId" clId="{E226A4E9-6000-4FD2-9B6B-440369931FEF}" dt="2026-02-09T13:56:48.247" v="1918"/>
          <ac:spMkLst>
            <pc:docMk/>
            <pc:sldMk cId="1841122219" sldId="269"/>
            <ac:spMk id="3" creationId="{9D298E6B-2BAD-48A3-B44F-065754634619}"/>
          </ac:spMkLst>
        </pc:spChg>
        <pc:spChg chg="add del mod">
          <ac:chgData name="Анна" userId="b509f91a689c3b1e" providerId="LiveId" clId="{E226A4E9-6000-4FD2-9B6B-440369931FEF}" dt="2026-02-09T16:20:51.355" v="2057" actId="478"/>
          <ac:spMkLst>
            <pc:docMk/>
            <pc:sldMk cId="1841122219" sldId="269"/>
            <ac:spMk id="4" creationId="{B9EE4BD0-8FCA-486F-8420-A9C14D146E57}"/>
          </ac:spMkLst>
        </pc:spChg>
        <pc:spChg chg="add del mod">
          <ac:chgData name="Анна" userId="b509f91a689c3b1e" providerId="LiveId" clId="{E226A4E9-6000-4FD2-9B6B-440369931FEF}" dt="2026-02-09T16:20:53.648" v="2058" actId="478"/>
          <ac:spMkLst>
            <pc:docMk/>
            <pc:sldMk cId="1841122219" sldId="269"/>
            <ac:spMk id="7" creationId="{3AE3E3CB-42D2-4FFD-9EAB-9A865A7F7506}"/>
          </ac:spMkLst>
        </pc:spChg>
        <pc:spChg chg="add del mod">
          <ac:chgData name="Анна" userId="b509f91a689c3b1e" providerId="LiveId" clId="{E226A4E9-6000-4FD2-9B6B-440369931FEF}" dt="2026-02-09T16:20:58.973" v="2060" actId="478"/>
          <ac:spMkLst>
            <pc:docMk/>
            <pc:sldMk cId="1841122219" sldId="269"/>
            <ac:spMk id="9" creationId="{FE62A15B-2A0B-4961-A93E-0667BD1A87D5}"/>
          </ac:spMkLst>
        </pc:spChg>
        <pc:picChg chg="mod">
          <ac:chgData name="Анна" userId="b509f91a689c3b1e" providerId="LiveId" clId="{E226A4E9-6000-4FD2-9B6B-440369931FEF}" dt="2026-02-09T16:21:06.720" v="2063" actId="1076"/>
          <ac:picMkLst>
            <pc:docMk/>
            <pc:sldMk cId="1841122219" sldId="269"/>
            <ac:picMk id="6" creationId="{E9E08AA0-3453-485E-8D90-47E4ABC96A4A}"/>
          </ac:picMkLst>
        </pc:picChg>
      </pc:sldChg>
      <pc:sldChg chg="addSp modSp new mod">
        <pc:chgData name="Анна" userId="b509f91a689c3b1e" providerId="LiveId" clId="{E226A4E9-6000-4FD2-9B6B-440369931FEF}" dt="2026-02-09T17:00:38.765" v="2661" actId="1076"/>
        <pc:sldMkLst>
          <pc:docMk/>
          <pc:sldMk cId="4004704597" sldId="270"/>
        </pc:sldMkLst>
        <pc:picChg chg="add mod modCrop">
          <ac:chgData name="Анна" userId="b509f91a689c3b1e" providerId="LiveId" clId="{E226A4E9-6000-4FD2-9B6B-440369931FEF}" dt="2026-02-09T17:00:38.765" v="2661" actId="1076"/>
          <ac:picMkLst>
            <pc:docMk/>
            <pc:sldMk cId="4004704597" sldId="270"/>
            <ac:picMk id="2" creationId="{15134454-124E-4DF9-A5DE-C45917972FDF}"/>
          </ac:picMkLst>
        </pc:picChg>
      </pc:sldChg>
      <pc:sldChg chg="addSp modSp new mod ord">
        <pc:chgData name="Анна" userId="b509f91a689c3b1e" providerId="LiveId" clId="{E226A4E9-6000-4FD2-9B6B-440369931FEF}" dt="2026-02-09T16:10:31.382" v="2016"/>
        <pc:sldMkLst>
          <pc:docMk/>
          <pc:sldMk cId="1832273617" sldId="271"/>
        </pc:sldMkLst>
        <pc:picChg chg="add mod">
          <ac:chgData name="Анна" userId="b509f91a689c3b1e" providerId="LiveId" clId="{E226A4E9-6000-4FD2-9B6B-440369931FEF}" dt="2026-02-09T16:00:04.300" v="1957" actId="14100"/>
          <ac:picMkLst>
            <pc:docMk/>
            <pc:sldMk cId="1832273617" sldId="271"/>
            <ac:picMk id="2" creationId="{ACC40E59-6E8E-4BB0-8023-E6C5415FDF7B}"/>
          </ac:picMkLst>
        </pc:picChg>
      </pc:sldChg>
      <pc:sldChg chg="addSp delSp modSp add mod ord">
        <pc:chgData name="Анна" userId="b509f91a689c3b1e" providerId="LiveId" clId="{E226A4E9-6000-4FD2-9B6B-440369931FEF}" dt="2026-02-09T16:53:25.787" v="2572" actId="20577"/>
        <pc:sldMkLst>
          <pc:docMk/>
          <pc:sldMk cId="1283049627" sldId="272"/>
        </pc:sldMkLst>
        <pc:spChg chg="del mod">
          <ac:chgData name="Анна" userId="b509f91a689c3b1e" providerId="LiveId" clId="{E226A4E9-6000-4FD2-9B6B-440369931FEF}" dt="2026-02-09T16:52:59.094" v="2549" actId="478"/>
          <ac:spMkLst>
            <pc:docMk/>
            <pc:sldMk cId="1283049627" sldId="272"/>
            <ac:spMk id="2" creationId="{D23FD994-2A98-4DEB-B349-49CC9E005F70}"/>
          </ac:spMkLst>
        </pc:spChg>
        <pc:spChg chg="mod">
          <ac:chgData name="Анна" userId="b509f91a689c3b1e" providerId="LiveId" clId="{E226A4E9-6000-4FD2-9B6B-440369931FEF}" dt="2026-02-09T16:33:51.989" v="2175" actId="27636"/>
          <ac:spMkLst>
            <pc:docMk/>
            <pc:sldMk cId="1283049627" sldId="272"/>
            <ac:spMk id="4" creationId="{B9EE4BD0-8FCA-486F-8420-A9C14D146E57}"/>
          </ac:spMkLst>
        </pc:spChg>
        <pc:spChg chg="add mod">
          <ac:chgData name="Анна" userId="b509f91a689c3b1e" providerId="LiveId" clId="{E226A4E9-6000-4FD2-9B6B-440369931FEF}" dt="2026-02-09T16:33:59.678" v="2201" actId="1076"/>
          <ac:spMkLst>
            <pc:docMk/>
            <pc:sldMk cId="1283049627" sldId="272"/>
            <ac:spMk id="5" creationId="{C6B9438E-3D88-460B-8AE0-E2B50BA74B8E}"/>
          </ac:spMkLst>
        </pc:spChg>
        <pc:spChg chg="add del mod">
          <ac:chgData name="Анна" userId="b509f91a689c3b1e" providerId="LiveId" clId="{E226A4E9-6000-4FD2-9B6B-440369931FEF}" dt="2026-02-09T16:53:00.876" v="2550" actId="478"/>
          <ac:spMkLst>
            <pc:docMk/>
            <pc:sldMk cId="1283049627" sldId="272"/>
            <ac:spMk id="7" creationId="{E68021C2-D8CB-4DD4-B721-CDF552CF1A9C}"/>
          </ac:spMkLst>
        </pc:spChg>
        <pc:spChg chg="add mod">
          <ac:chgData name="Анна" userId="b509f91a689c3b1e" providerId="LiveId" clId="{E226A4E9-6000-4FD2-9B6B-440369931FEF}" dt="2026-02-09T16:53:25.787" v="2572" actId="20577"/>
          <ac:spMkLst>
            <pc:docMk/>
            <pc:sldMk cId="1283049627" sldId="272"/>
            <ac:spMk id="8" creationId="{08EA2F67-30DB-4031-8C3B-F38ECABFB845}"/>
          </ac:spMkLst>
        </pc:spChg>
        <pc:cxnChg chg="add del mod">
          <ac:chgData name="Анна" userId="b509f91a689c3b1e" providerId="LiveId" clId="{E226A4E9-6000-4FD2-9B6B-440369931FEF}" dt="2026-02-09T16:53:02.274" v="2551" actId="478"/>
          <ac:cxnSpMkLst>
            <pc:docMk/>
            <pc:sldMk cId="1283049627" sldId="272"/>
            <ac:cxnSpMk id="6" creationId="{54561E7E-B740-4C82-A3A2-BAD6ABA18763}"/>
          </ac:cxnSpMkLst>
        </pc:cxnChg>
        <pc:cxnChg chg="add mod">
          <ac:chgData name="Анна" userId="b509f91a689c3b1e" providerId="LiveId" clId="{E226A4E9-6000-4FD2-9B6B-440369931FEF}" dt="2026-02-09T16:53:03.413" v="2552"/>
          <ac:cxnSpMkLst>
            <pc:docMk/>
            <pc:sldMk cId="1283049627" sldId="272"/>
            <ac:cxnSpMk id="9" creationId="{90C7203D-33A8-47D1-B935-7C83E4389C84}"/>
          </ac:cxnSpMkLst>
        </pc:cxnChg>
      </pc:sldChg>
      <pc:sldChg chg="addSp delSp modSp add mod ord">
        <pc:chgData name="Анна" userId="b509f91a689c3b1e" providerId="LiveId" clId="{E226A4E9-6000-4FD2-9B6B-440369931FEF}" dt="2026-02-09T18:25:48.566" v="2940" actId="20577"/>
        <pc:sldMkLst>
          <pc:docMk/>
          <pc:sldMk cId="3653888094" sldId="273"/>
        </pc:sldMkLst>
        <pc:spChg chg="del mod">
          <ac:chgData name="Анна" userId="b509f91a689c3b1e" providerId="LiveId" clId="{E226A4E9-6000-4FD2-9B6B-440369931FEF}" dt="2026-02-09T16:52:29.272" v="2528" actId="478"/>
          <ac:spMkLst>
            <pc:docMk/>
            <pc:sldMk cId="3653888094" sldId="273"/>
            <ac:spMk id="2" creationId="{D23FD994-2A98-4DEB-B349-49CC9E005F70}"/>
          </ac:spMkLst>
        </pc:spChg>
        <pc:spChg chg="mod">
          <ac:chgData name="Анна" userId="b509f91a689c3b1e" providerId="LiveId" clId="{E226A4E9-6000-4FD2-9B6B-440369931FEF}" dt="2026-02-09T18:25:48.566" v="2940" actId="20577"/>
          <ac:spMkLst>
            <pc:docMk/>
            <pc:sldMk cId="3653888094" sldId="273"/>
            <ac:spMk id="4" creationId="{B9EE4BD0-8FCA-486F-8420-A9C14D146E57}"/>
          </ac:spMkLst>
        </pc:spChg>
        <pc:spChg chg="add mod">
          <ac:chgData name="Анна" userId="b509f91a689c3b1e" providerId="LiveId" clId="{E226A4E9-6000-4FD2-9B6B-440369931FEF}" dt="2026-02-09T16:35:07.127" v="2217" actId="1036"/>
          <ac:spMkLst>
            <pc:docMk/>
            <pc:sldMk cId="3653888094" sldId="273"/>
            <ac:spMk id="5" creationId="{22FC2DDD-9220-49ED-9649-8AAA174CE729}"/>
          </ac:spMkLst>
        </pc:spChg>
        <pc:spChg chg="add del mod">
          <ac:chgData name="Анна" userId="b509f91a689c3b1e" providerId="LiveId" clId="{E226A4E9-6000-4FD2-9B6B-440369931FEF}" dt="2026-02-09T16:52:32.965" v="2529" actId="478"/>
          <ac:spMkLst>
            <pc:docMk/>
            <pc:sldMk cId="3653888094" sldId="273"/>
            <ac:spMk id="7" creationId="{B2895715-22D5-4AD6-9054-BBEB2857D439}"/>
          </ac:spMkLst>
        </pc:spChg>
        <pc:spChg chg="add mod">
          <ac:chgData name="Анна" userId="b509f91a689c3b1e" providerId="LiveId" clId="{E226A4E9-6000-4FD2-9B6B-440369931FEF}" dt="2026-02-09T16:52:39.771" v="2541" actId="20577"/>
          <ac:spMkLst>
            <pc:docMk/>
            <pc:sldMk cId="3653888094" sldId="273"/>
            <ac:spMk id="8" creationId="{A03F4180-69CB-403F-9DD5-12AC133D62E7}"/>
          </ac:spMkLst>
        </pc:spChg>
        <pc:cxnChg chg="add del mod">
          <ac:chgData name="Анна" userId="b509f91a689c3b1e" providerId="LiveId" clId="{E226A4E9-6000-4FD2-9B6B-440369931FEF}" dt="2026-02-09T16:52:34.479" v="2530" actId="478"/>
          <ac:cxnSpMkLst>
            <pc:docMk/>
            <pc:sldMk cId="3653888094" sldId="273"/>
            <ac:cxnSpMk id="6" creationId="{4848230D-77AC-4281-87CA-A1FEEF02D024}"/>
          </ac:cxnSpMkLst>
        </pc:cxnChg>
        <pc:cxnChg chg="add mod">
          <ac:chgData name="Анна" userId="b509f91a689c3b1e" providerId="LiveId" clId="{E226A4E9-6000-4FD2-9B6B-440369931FEF}" dt="2026-02-09T16:52:35.677" v="2531"/>
          <ac:cxnSpMkLst>
            <pc:docMk/>
            <pc:sldMk cId="3653888094" sldId="273"/>
            <ac:cxnSpMk id="9" creationId="{E098AA33-479F-407F-BC08-C74D023C9F09}"/>
          </ac:cxnSpMkLst>
        </pc:cxnChg>
      </pc:sldChg>
      <pc:sldChg chg="addSp modSp new mod">
        <pc:chgData name="Анна" userId="b509f91a689c3b1e" providerId="LiveId" clId="{E226A4E9-6000-4FD2-9B6B-440369931FEF}" dt="2026-02-09T16:06:49.073" v="1987" actId="14100"/>
        <pc:sldMkLst>
          <pc:docMk/>
          <pc:sldMk cId="828185085" sldId="274"/>
        </pc:sldMkLst>
        <pc:picChg chg="add mod">
          <ac:chgData name="Анна" userId="b509f91a689c3b1e" providerId="LiveId" clId="{E226A4E9-6000-4FD2-9B6B-440369931FEF}" dt="2026-02-09T16:06:49.073" v="1987" actId="14100"/>
          <ac:picMkLst>
            <pc:docMk/>
            <pc:sldMk cId="828185085" sldId="274"/>
            <ac:picMk id="2" creationId="{076E9BE0-66D5-4F6C-A4D1-1814F27C05D8}"/>
          </ac:picMkLst>
        </pc:picChg>
      </pc:sldChg>
      <pc:sldChg chg="addSp delSp modSp add mod ord">
        <pc:chgData name="Анна" userId="b509f91a689c3b1e" providerId="LiveId" clId="{E226A4E9-6000-4FD2-9B6B-440369931FEF}" dt="2026-02-09T16:52:04.542" v="2526" actId="1035"/>
        <pc:sldMkLst>
          <pc:docMk/>
          <pc:sldMk cId="1534221523" sldId="275"/>
        </pc:sldMkLst>
        <pc:spChg chg="mod">
          <ac:chgData name="Анна" userId="b509f91a689c3b1e" providerId="LiveId" clId="{E226A4E9-6000-4FD2-9B6B-440369931FEF}" dt="2026-02-09T16:51:51.826" v="2520" actId="1076"/>
          <ac:spMkLst>
            <pc:docMk/>
            <pc:sldMk cId="1534221523" sldId="275"/>
            <ac:spMk id="2" creationId="{D23FD994-2A98-4DEB-B349-49CC9E005F70}"/>
          </ac:spMkLst>
        </pc:spChg>
        <pc:spChg chg="add mod">
          <ac:chgData name="Анна" userId="b509f91a689c3b1e" providerId="LiveId" clId="{E226A4E9-6000-4FD2-9B6B-440369931FEF}" dt="2026-02-09T16:35:21.625" v="2221" actId="1076"/>
          <ac:spMkLst>
            <pc:docMk/>
            <pc:sldMk cId="1534221523" sldId="275"/>
            <ac:spMk id="3" creationId="{5BCDF09E-182C-41AC-B897-21B388658F7C}"/>
          </ac:spMkLst>
        </pc:spChg>
        <pc:spChg chg="mod">
          <ac:chgData name="Анна" userId="b509f91a689c3b1e" providerId="LiveId" clId="{E226A4E9-6000-4FD2-9B6B-440369931FEF}" dt="2026-02-09T16:35:37.789" v="2222" actId="12"/>
          <ac:spMkLst>
            <pc:docMk/>
            <pc:sldMk cId="1534221523" sldId="275"/>
            <ac:spMk id="4" creationId="{B9EE4BD0-8FCA-486F-8420-A9C14D146E57}"/>
          </ac:spMkLst>
        </pc:spChg>
        <pc:spChg chg="add del mod">
          <ac:chgData name="Анна" userId="b509f91a689c3b1e" providerId="LiveId" clId="{E226A4E9-6000-4FD2-9B6B-440369931FEF}" dt="2026-02-09T16:51:27.503" v="2517" actId="478"/>
          <ac:spMkLst>
            <pc:docMk/>
            <pc:sldMk cId="1534221523" sldId="275"/>
            <ac:spMk id="6" creationId="{D7DA3141-F95D-443F-820A-2362C5F976D3}"/>
          </ac:spMkLst>
        </pc:spChg>
        <pc:cxnChg chg="add mod">
          <ac:chgData name="Анна" userId="b509f91a689c3b1e" providerId="LiveId" clId="{E226A4E9-6000-4FD2-9B6B-440369931FEF}" dt="2026-02-09T16:52:04.542" v="2526" actId="1035"/>
          <ac:cxnSpMkLst>
            <pc:docMk/>
            <pc:sldMk cId="1534221523" sldId="275"/>
            <ac:cxnSpMk id="5" creationId="{C9371079-623A-4ABA-AC27-94747BC83F19}"/>
          </ac:cxnSpMkLst>
        </pc:cxnChg>
        <pc:cxnChg chg="add del mod">
          <ac:chgData name="Анна" userId="b509f91a689c3b1e" providerId="LiveId" clId="{E226A4E9-6000-4FD2-9B6B-440369931FEF}" dt="2026-02-09T16:51:20.612" v="2514" actId="478"/>
          <ac:cxnSpMkLst>
            <pc:docMk/>
            <pc:sldMk cId="1534221523" sldId="275"/>
            <ac:cxnSpMk id="7" creationId="{DD0149FD-3EB5-492C-8D01-C69A72BBD783}"/>
          </ac:cxnSpMkLst>
        </pc:cxnChg>
      </pc:sldChg>
      <pc:sldChg chg="addSp modSp add del mod ord">
        <pc:chgData name="Анна" userId="b509f91a689c3b1e" providerId="LiveId" clId="{E226A4E9-6000-4FD2-9B6B-440369931FEF}" dt="2026-02-09T17:00:10.621" v="2660" actId="2696"/>
        <pc:sldMkLst>
          <pc:docMk/>
          <pc:sldMk cId="2889972311" sldId="276"/>
        </pc:sldMkLst>
        <pc:spChg chg="mod">
          <ac:chgData name="Анна" userId="b509f91a689c3b1e" providerId="LiveId" clId="{E226A4E9-6000-4FD2-9B6B-440369931FEF}" dt="2026-02-09T16:23:28.749" v="2095" actId="1076"/>
          <ac:spMkLst>
            <pc:docMk/>
            <pc:sldMk cId="2889972311" sldId="276"/>
            <ac:spMk id="2" creationId="{D23FD994-2A98-4DEB-B349-49CC9E005F70}"/>
          </ac:spMkLst>
        </pc:spChg>
        <pc:spChg chg="mod">
          <ac:chgData name="Анна" userId="b509f91a689c3b1e" providerId="LiveId" clId="{E226A4E9-6000-4FD2-9B6B-440369931FEF}" dt="2026-02-09T16:23:38.182" v="2097" actId="1076"/>
          <ac:spMkLst>
            <pc:docMk/>
            <pc:sldMk cId="2889972311" sldId="276"/>
            <ac:spMk id="3" creationId="{5BCDF09E-182C-41AC-B897-21B388658F7C}"/>
          </ac:spMkLst>
        </pc:spChg>
        <pc:spChg chg="mod">
          <ac:chgData name="Анна" userId="b509f91a689c3b1e" providerId="LiveId" clId="{E226A4E9-6000-4FD2-9B6B-440369931FEF}" dt="2026-02-09T16:36:24.944" v="2224" actId="14100"/>
          <ac:spMkLst>
            <pc:docMk/>
            <pc:sldMk cId="2889972311" sldId="276"/>
            <ac:spMk id="4" creationId="{B9EE4BD0-8FCA-486F-8420-A9C14D146E57}"/>
          </ac:spMkLst>
        </pc:spChg>
        <pc:cxnChg chg="add mod">
          <ac:chgData name="Анна" userId="b509f91a689c3b1e" providerId="LiveId" clId="{E226A4E9-6000-4FD2-9B6B-440369931FEF}" dt="2026-02-09T16:51:04.554" v="2512" actId="1076"/>
          <ac:cxnSpMkLst>
            <pc:docMk/>
            <pc:sldMk cId="2889972311" sldId="276"/>
            <ac:cxnSpMk id="5" creationId="{F8209556-3677-4D25-A1E6-D9950020B637}"/>
          </ac:cxnSpMkLst>
        </pc:cxnChg>
      </pc:sldChg>
      <pc:sldChg chg="addSp delSp modSp new mod">
        <pc:chgData name="Анна" userId="b509f91a689c3b1e" providerId="LiveId" clId="{E226A4E9-6000-4FD2-9B6B-440369931FEF}" dt="2026-02-09T16:50:49.092" v="2510" actId="1076"/>
        <pc:sldMkLst>
          <pc:docMk/>
          <pc:sldMk cId="3668545483" sldId="277"/>
        </pc:sldMkLst>
        <pc:spChg chg="del">
          <ac:chgData name="Анна" userId="b509f91a689c3b1e" providerId="LiveId" clId="{E226A4E9-6000-4FD2-9B6B-440369931FEF}" dt="2026-02-09T16:41:37.331" v="2258" actId="478"/>
          <ac:spMkLst>
            <pc:docMk/>
            <pc:sldMk cId="3668545483" sldId="277"/>
            <ac:spMk id="2" creationId="{46380609-7F5C-4ECC-B4E3-4034CAE74F7A}"/>
          </ac:spMkLst>
        </pc:spChg>
        <pc:spChg chg="del">
          <ac:chgData name="Анна" userId="b509f91a689c3b1e" providerId="LiveId" clId="{E226A4E9-6000-4FD2-9B6B-440369931FEF}" dt="2026-02-09T16:41:29.125" v="2256" actId="478"/>
          <ac:spMkLst>
            <pc:docMk/>
            <pc:sldMk cId="3668545483" sldId="277"/>
            <ac:spMk id="3" creationId="{1FFBADB1-E076-4A94-86AA-92F4EDF602CE}"/>
          </ac:spMkLst>
        </pc:spChg>
        <pc:spChg chg="del">
          <ac:chgData name="Анна" userId="b509f91a689c3b1e" providerId="LiveId" clId="{E226A4E9-6000-4FD2-9B6B-440369931FEF}" dt="2026-02-09T16:41:35.567" v="2257" actId="478"/>
          <ac:spMkLst>
            <pc:docMk/>
            <pc:sldMk cId="3668545483" sldId="277"/>
            <ac:spMk id="4" creationId="{0D954C91-06E8-44D8-9422-07863B36A829}"/>
          </ac:spMkLst>
        </pc:spChg>
        <pc:spChg chg="add mod">
          <ac:chgData name="Анна" userId="b509f91a689c3b1e" providerId="LiveId" clId="{E226A4E9-6000-4FD2-9B6B-440369931FEF}" dt="2026-02-09T16:50:49.092" v="2510" actId="1076"/>
          <ac:spMkLst>
            <pc:docMk/>
            <pc:sldMk cId="3668545483" sldId="277"/>
            <ac:spMk id="5" creationId="{D350E2D4-80EA-4EDF-9B81-84B8292D228A}"/>
          </ac:spMkLst>
        </pc:spChg>
        <pc:spChg chg="add mod">
          <ac:chgData name="Анна" userId="b509f91a689c3b1e" providerId="LiveId" clId="{E226A4E9-6000-4FD2-9B6B-440369931FEF}" dt="2026-02-09T16:48:30.232" v="2472" actId="207"/>
          <ac:spMkLst>
            <pc:docMk/>
            <pc:sldMk cId="3668545483" sldId="277"/>
            <ac:spMk id="7" creationId="{F0F4E45E-EF3D-4E07-B59A-A7D017827EAF}"/>
          </ac:spMkLst>
        </pc:spChg>
        <pc:spChg chg="add del mod">
          <ac:chgData name="Анна" userId="b509f91a689c3b1e" providerId="LiveId" clId="{E226A4E9-6000-4FD2-9B6B-440369931FEF}" dt="2026-02-09T16:43:12.775" v="2290" actId="478"/>
          <ac:spMkLst>
            <pc:docMk/>
            <pc:sldMk cId="3668545483" sldId="277"/>
            <ac:spMk id="8" creationId="{050DFE3C-C9BB-46F8-B73F-90D4ECEDAD7A}"/>
          </ac:spMkLst>
        </pc:spChg>
        <pc:spChg chg="add del mod">
          <ac:chgData name="Анна" userId="b509f91a689c3b1e" providerId="LiveId" clId="{E226A4E9-6000-4FD2-9B6B-440369931FEF}" dt="2026-02-09T16:43:34.037" v="2299" actId="478"/>
          <ac:spMkLst>
            <pc:docMk/>
            <pc:sldMk cId="3668545483" sldId="277"/>
            <ac:spMk id="9" creationId="{67AB4DCA-7E75-49F5-B646-9BBBD408ED6E}"/>
          </ac:spMkLst>
        </pc:spChg>
        <pc:spChg chg="add del mod">
          <ac:chgData name="Анна" userId="b509f91a689c3b1e" providerId="LiveId" clId="{E226A4E9-6000-4FD2-9B6B-440369931FEF}" dt="2026-02-09T16:43:39.941" v="2302" actId="478"/>
          <ac:spMkLst>
            <pc:docMk/>
            <pc:sldMk cId="3668545483" sldId="277"/>
            <ac:spMk id="10" creationId="{1B850800-24C6-43FC-A8A3-E66565E9D4CB}"/>
          </ac:spMkLst>
        </pc:spChg>
        <pc:spChg chg="add del mod">
          <ac:chgData name="Анна" userId="b509f91a689c3b1e" providerId="LiveId" clId="{E226A4E9-6000-4FD2-9B6B-440369931FEF}" dt="2026-02-09T16:43:27.732" v="2296" actId="478"/>
          <ac:spMkLst>
            <pc:docMk/>
            <pc:sldMk cId="3668545483" sldId="277"/>
            <ac:spMk id="11" creationId="{9BFF9DA7-BD8B-4950-839C-C1ADAA1A926F}"/>
          </ac:spMkLst>
        </pc:spChg>
        <pc:spChg chg="add del mod">
          <ac:chgData name="Анна" userId="b509f91a689c3b1e" providerId="LiveId" clId="{E226A4E9-6000-4FD2-9B6B-440369931FEF}" dt="2026-02-09T16:44:29.062" v="2327" actId="478"/>
          <ac:spMkLst>
            <pc:docMk/>
            <pc:sldMk cId="3668545483" sldId="277"/>
            <ac:spMk id="12" creationId="{368F9071-C223-4E87-8870-B2F78F739DB4}"/>
          </ac:spMkLst>
        </pc:spChg>
        <pc:spChg chg="add del mod">
          <ac:chgData name="Анна" userId="b509f91a689c3b1e" providerId="LiveId" clId="{E226A4E9-6000-4FD2-9B6B-440369931FEF}" dt="2026-02-09T16:44:30.812" v="2328" actId="478"/>
          <ac:spMkLst>
            <pc:docMk/>
            <pc:sldMk cId="3668545483" sldId="277"/>
            <ac:spMk id="13" creationId="{D2EC95D3-6A67-42F2-A6A6-B1E58BA3EAE5}"/>
          </ac:spMkLst>
        </pc:spChg>
        <pc:spChg chg="add del mod">
          <ac:chgData name="Анна" userId="b509f91a689c3b1e" providerId="LiveId" clId="{E226A4E9-6000-4FD2-9B6B-440369931FEF}" dt="2026-02-09T16:44:31.767" v="2329" actId="478"/>
          <ac:spMkLst>
            <pc:docMk/>
            <pc:sldMk cId="3668545483" sldId="277"/>
            <ac:spMk id="14" creationId="{1AE21A74-AC14-43A3-BA9B-31A6D89E39BE}"/>
          </ac:spMkLst>
        </pc:spChg>
        <pc:spChg chg="add del mod">
          <ac:chgData name="Анна" userId="b509f91a689c3b1e" providerId="LiveId" clId="{E226A4E9-6000-4FD2-9B6B-440369931FEF}" dt="2026-02-09T16:44:33.720" v="2330" actId="478"/>
          <ac:spMkLst>
            <pc:docMk/>
            <pc:sldMk cId="3668545483" sldId="277"/>
            <ac:spMk id="15" creationId="{2737AC31-96FE-4A2D-B471-8CC291D685BA}"/>
          </ac:spMkLst>
        </pc:spChg>
        <pc:spChg chg="add mod">
          <ac:chgData name="Анна" userId="b509f91a689c3b1e" providerId="LiveId" clId="{E226A4E9-6000-4FD2-9B6B-440369931FEF}" dt="2026-02-09T16:48:34.305" v="2473" actId="207"/>
          <ac:spMkLst>
            <pc:docMk/>
            <pc:sldMk cId="3668545483" sldId="277"/>
            <ac:spMk id="16" creationId="{4B6A6884-E11B-4BB9-A29A-182887FA07A7}"/>
          </ac:spMkLst>
        </pc:spChg>
        <pc:spChg chg="add mod">
          <ac:chgData name="Анна" userId="b509f91a689c3b1e" providerId="LiveId" clId="{E226A4E9-6000-4FD2-9B6B-440369931FEF}" dt="2026-02-09T16:50:27.391" v="2506" actId="255"/>
          <ac:spMkLst>
            <pc:docMk/>
            <pc:sldMk cId="3668545483" sldId="277"/>
            <ac:spMk id="17" creationId="{96DFD5A0-BDBC-4B9F-AF20-8F899C99F2EA}"/>
          </ac:spMkLst>
        </pc:spChg>
        <pc:spChg chg="add mod">
          <ac:chgData name="Анна" userId="b509f91a689c3b1e" providerId="LiveId" clId="{E226A4E9-6000-4FD2-9B6B-440369931FEF}" dt="2026-02-09T16:50:30.427" v="2507" actId="404"/>
          <ac:spMkLst>
            <pc:docMk/>
            <pc:sldMk cId="3668545483" sldId="277"/>
            <ac:spMk id="18" creationId="{3D04795B-1172-4549-9560-3FD0783C1595}"/>
          </ac:spMkLst>
        </pc:spChg>
        <pc:spChg chg="add mod">
          <ac:chgData name="Анна" userId="b509f91a689c3b1e" providerId="LiveId" clId="{E226A4E9-6000-4FD2-9B6B-440369931FEF}" dt="2026-02-09T16:50:32.826" v="2508" actId="404"/>
          <ac:spMkLst>
            <pc:docMk/>
            <pc:sldMk cId="3668545483" sldId="277"/>
            <ac:spMk id="19" creationId="{34D7A0B9-2D9D-4DE7-B29E-A06757FD1690}"/>
          </ac:spMkLst>
        </pc:spChg>
        <pc:cxnChg chg="add mod">
          <ac:chgData name="Анна" userId="b509f91a689c3b1e" providerId="LiveId" clId="{E226A4E9-6000-4FD2-9B6B-440369931FEF}" dt="2026-02-09T16:50:44.747" v="2509" actId="1076"/>
          <ac:cxnSpMkLst>
            <pc:docMk/>
            <pc:sldMk cId="3668545483" sldId="277"/>
            <ac:cxnSpMk id="6" creationId="{5D00BEBA-A2E8-402C-B32F-51AEC7D0EF0C}"/>
          </ac:cxnSpMkLst>
        </pc:cxnChg>
      </pc:sldChg>
      <pc:sldChg chg="add del">
        <pc:chgData name="Анна" userId="b509f91a689c3b1e" providerId="LiveId" clId="{E226A4E9-6000-4FD2-9B6B-440369931FEF}" dt="2026-02-09T16:37:53.004" v="2226"/>
        <pc:sldMkLst>
          <pc:docMk/>
          <pc:sldMk cId="3939127547" sldId="277"/>
        </pc:sldMkLst>
      </pc:sldChg>
      <pc:sldChg chg="modSp add mod ord">
        <pc:chgData name="Анна" userId="b509f91a689c3b1e" providerId="LiveId" clId="{E226A4E9-6000-4FD2-9B6B-440369931FEF}" dt="2026-02-09T17:00:02.264" v="2659" actId="1036"/>
        <pc:sldMkLst>
          <pc:docMk/>
          <pc:sldMk cId="2323520893" sldId="278"/>
        </pc:sldMkLst>
        <pc:spChg chg="mod">
          <ac:chgData name="Анна" userId="b509f91a689c3b1e" providerId="LiveId" clId="{E226A4E9-6000-4FD2-9B6B-440369931FEF}" dt="2026-02-09T16:59:37.598" v="2652" actId="20577"/>
          <ac:spMkLst>
            <pc:docMk/>
            <pc:sldMk cId="2323520893" sldId="278"/>
            <ac:spMk id="2" creationId="{D23FD994-2A98-4DEB-B349-49CC9E005F70}"/>
          </ac:spMkLst>
        </pc:spChg>
        <pc:spChg chg="mod">
          <ac:chgData name="Анна" userId="b509f91a689c3b1e" providerId="LiveId" clId="{E226A4E9-6000-4FD2-9B6B-440369931FEF}" dt="2026-02-09T17:00:02.264" v="2659" actId="1036"/>
          <ac:spMkLst>
            <pc:docMk/>
            <pc:sldMk cId="2323520893" sldId="278"/>
            <ac:spMk id="3" creationId="{5BCDF09E-182C-41AC-B897-21B388658F7C}"/>
          </ac:spMkLst>
        </pc:spChg>
        <pc:spChg chg="mod">
          <ac:chgData name="Анна" userId="b509f91a689c3b1e" providerId="LiveId" clId="{E226A4E9-6000-4FD2-9B6B-440369931FEF}" dt="2026-02-09T16:59:57.610" v="2655" actId="14100"/>
          <ac:spMkLst>
            <pc:docMk/>
            <pc:sldMk cId="2323520893" sldId="278"/>
            <ac:spMk id="4" creationId="{B9EE4BD0-8FCA-486F-8420-A9C14D146E57}"/>
          </ac:spMkLst>
        </pc:spChg>
      </pc:sldChg>
      <pc:sldChg chg="delSp modSp add mod ord">
        <pc:chgData name="Анна" userId="b509f91a689c3b1e" providerId="LiveId" clId="{E226A4E9-6000-4FD2-9B6B-440369931FEF}" dt="2026-02-09T17:20:22.649" v="2862" actId="20577"/>
        <pc:sldMkLst>
          <pc:docMk/>
          <pc:sldMk cId="333134944" sldId="279"/>
        </pc:sldMkLst>
        <pc:spChg chg="mod">
          <ac:chgData name="Анна" userId="b509f91a689c3b1e" providerId="LiveId" clId="{E226A4E9-6000-4FD2-9B6B-440369931FEF}" dt="2026-02-09T17:01:11.458" v="2673" actId="20577"/>
          <ac:spMkLst>
            <pc:docMk/>
            <pc:sldMk cId="333134944" sldId="279"/>
            <ac:spMk id="2" creationId="{D23FD994-2A98-4DEB-B349-49CC9E005F70}"/>
          </ac:spMkLst>
        </pc:spChg>
        <pc:spChg chg="del">
          <ac:chgData name="Анна" userId="b509f91a689c3b1e" providerId="LiveId" clId="{E226A4E9-6000-4FD2-9B6B-440369931FEF}" dt="2026-02-09T17:01:14.637" v="2674" actId="478"/>
          <ac:spMkLst>
            <pc:docMk/>
            <pc:sldMk cId="333134944" sldId="279"/>
            <ac:spMk id="3" creationId="{5BCDF09E-182C-41AC-B897-21B388658F7C}"/>
          </ac:spMkLst>
        </pc:spChg>
        <pc:spChg chg="mod">
          <ac:chgData name="Анна" userId="b509f91a689c3b1e" providerId="LiveId" clId="{E226A4E9-6000-4FD2-9B6B-440369931FEF}" dt="2026-02-09T17:20:22.649" v="2862" actId="20577"/>
          <ac:spMkLst>
            <pc:docMk/>
            <pc:sldMk cId="333134944" sldId="279"/>
            <ac:spMk id="4" creationId="{B9EE4BD0-8FCA-486F-8420-A9C14D146E57}"/>
          </ac:spMkLst>
        </pc:spChg>
      </pc:sldChg>
      <pc:sldChg chg="add del">
        <pc:chgData name="Анна" userId="b509f91a689c3b1e" providerId="LiveId" clId="{E226A4E9-6000-4FD2-9B6B-440369931FEF}" dt="2026-02-09T18:08:42.117" v="2907"/>
        <pc:sldMkLst>
          <pc:docMk/>
          <pc:sldMk cId="2999431701" sldId="280"/>
        </pc:sldMkLst>
      </pc:sldChg>
      <pc:sldMasterChg chg="del addSldLayout modSldLayout sldLayoutOrd">
        <pc:chgData name="Анна" userId="b509f91a689c3b1e" providerId="LiveId" clId="{E226A4E9-6000-4FD2-9B6B-440369931FEF}" dt="2026-02-09T11:43:54.035" v="13" actId="2696"/>
        <pc:sldMasterMkLst>
          <pc:docMk/>
          <pc:sldMasterMk cId="1447934525" sldId="2147483648"/>
        </pc:sldMasterMkLst>
        <pc:sldLayoutChg chg="modSp add setBg">
          <pc:chgData name="Анна" userId="b509f91a689c3b1e" providerId="LiveId" clId="{E226A4E9-6000-4FD2-9B6B-440369931FEF}" dt="2026-02-09T11:41:55.648" v="5" actId="16037"/>
          <pc:sldLayoutMkLst>
            <pc:docMk/>
            <pc:sldMasterMk cId="2797561256" sldId="2147483650"/>
            <pc:sldLayoutMk cId="3766482811" sldId="2147483649"/>
          </pc:sldLayoutMkLst>
          <pc:spChg chg="mod">
            <ac:chgData name="Анна" userId="b509f91a689c3b1e" providerId="LiveId" clId="{E226A4E9-6000-4FD2-9B6B-440369931FEF}" dt="2026-02-09T11:40:16.369" v="4" actId="16037"/>
            <ac:spMkLst>
              <pc:docMk/>
              <pc:sldMasterMk cId="2797561256" sldId="2147483650"/>
              <pc:sldLayoutMk cId="3766482811" sldId="2147483649"/>
              <ac:spMk id="2" creationId="{0519A6A1-C8A9-466F-9236-2C77B9E98F65}"/>
            </ac:spMkLst>
          </pc:spChg>
          <pc:spChg chg="mod">
            <ac:chgData name="Анна" userId="b509f91a689c3b1e" providerId="LiveId" clId="{E226A4E9-6000-4FD2-9B6B-440369931FEF}" dt="2026-02-09T11:41:55.648" v="5" actId="16037"/>
            <ac:spMkLst>
              <pc:docMk/>
              <pc:sldMasterMk cId="2797561256" sldId="2147483650"/>
              <pc:sldLayoutMk cId="3766482811" sldId="2147483649"/>
              <ac:spMk id="3" creationId="{E7F82921-EF6D-4C69-B173-7283A643AEC4}"/>
            </ac:spMkLst>
          </pc:spChg>
        </pc:sldLayoutChg>
      </pc:sldMasterChg>
      <pc:sldMasterChg chg="new mod addSldLayout delSldLayout modSldLayout sldLayoutOrd">
        <pc:chgData name="Анна" userId="b509f91a689c3b1e" providerId="LiveId" clId="{E226A4E9-6000-4FD2-9B6B-440369931FEF}" dt="2026-02-09T12:02:24.626" v="157"/>
        <pc:sldMasterMkLst>
          <pc:docMk/>
          <pc:sldMasterMk cId="2797561256" sldId="2147483650"/>
        </pc:sldMasterMkLst>
        <pc:sldLayoutChg chg="modSp mod ord">
          <pc:chgData name="Анна" userId="b509f91a689c3b1e" providerId="LiveId" clId="{E226A4E9-6000-4FD2-9B6B-440369931FEF}" dt="2026-02-09T11:42:54.305" v="9" actId="20578"/>
          <pc:sldLayoutMkLst>
            <pc:docMk/>
            <pc:sldMasterMk cId="2797561256" sldId="2147483650"/>
            <pc:sldLayoutMk cId="3766482811" sldId="2147483649"/>
          </pc:sldLayoutMkLst>
          <pc:spChg chg="mod">
            <ac:chgData name="Анна" userId="b509f91a689c3b1e" providerId="LiveId" clId="{E226A4E9-6000-4FD2-9B6B-440369931FEF}" dt="2026-02-09T11:42:54.305" v="9" actId="20578"/>
            <ac:spMkLst>
              <pc:docMk/>
              <pc:sldMasterMk cId="2797561256" sldId="2147483650"/>
              <pc:sldLayoutMk cId="3766482811" sldId="2147483649"/>
              <ac:spMk id="2" creationId="{0519A6A1-C8A9-466F-9236-2C77B9E98F65}"/>
            </ac:spMkLst>
          </pc:spChg>
          <pc:spChg chg="mod">
            <ac:chgData name="Анна" userId="b509f91a689c3b1e" providerId="LiveId" clId="{E226A4E9-6000-4FD2-9B6B-440369931FEF}" dt="2026-02-09T11:42:54.305" v="9" actId="20578"/>
            <ac:spMkLst>
              <pc:docMk/>
              <pc:sldMasterMk cId="2797561256" sldId="2147483650"/>
              <pc:sldLayoutMk cId="3766482811" sldId="2147483649"/>
              <ac:spMk id="3" creationId="{E7F82921-EF6D-4C69-B173-7283A643AEC4}"/>
            </ac:spMkLst>
          </pc:spChg>
        </pc:sldLayoutChg>
        <pc:sldLayoutChg chg="new del replId">
          <pc:chgData name="Анна" userId="b509f91a689c3b1e" providerId="LiveId" clId="{E226A4E9-6000-4FD2-9B6B-440369931FEF}" dt="2026-02-09T11:42:57.132" v="10" actId="2696"/>
          <pc:sldLayoutMkLst>
            <pc:docMk/>
            <pc:sldMasterMk cId="2797561256" sldId="2147483650"/>
            <pc:sldLayoutMk cId="2584881230" sldId="2147483651"/>
          </pc:sldLayoutMkLst>
        </pc:sldLayoutChg>
        <pc:sldLayoutChg chg="modSp new replId setBg">
          <pc:chgData name="Анна" userId="b509f91a689c3b1e" providerId="LiveId" clId="{E226A4E9-6000-4FD2-9B6B-440369931FEF}" dt="2026-02-09T11:49:25.132" v="26" actId="16037"/>
          <pc:sldLayoutMkLst>
            <pc:docMk/>
            <pc:sldMasterMk cId="2797561256" sldId="2147483650"/>
            <pc:sldLayoutMk cId="1593124365" sldId="2147483652"/>
          </pc:sldLayoutMkLst>
          <pc:spChg chg="mod">
            <ac:chgData name="Анна" userId="b509f91a689c3b1e" providerId="LiveId" clId="{E226A4E9-6000-4FD2-9B6B-440369931FEF}" dt="2026-02-09T11:49:25.132" v="26" actId="16037"/>
            <ac:spMkLst>
              <pc:docMk/>
              <pc:sldMasterMk cId="2797561256" sldId="2147483650"/>
              <pc:sldLayoutMk cId="1593124365" sldId="2147483652"/>
              <ac:spMk id="3" creationId="{4D0E707C-8968-44B7-B049-82923CFA86E5}"/>
            </ac:spMkLst>
          </pc:spChg>
        </pc:sldLayoutChg>
        <pc:sldLayoutChg chg="new replId setBg">
          <pc:chgData name="Анна" userId="b509f91a689c3b1e" providerId="LiveId" clId="{E226A4E9-6000-4FD2-9B6B-440369931FEF}" dt="2026-02-09T11:43:33.120" v="12"/>
          <pc:sldLayoutMkLst>
            <pc:docMk/>
            <pc:sldMasterMk cId="2797561256" sldId="2147483650"/>
            <pc:sldLayoutMk cId="2393554771" sldId="2147483653"/>
          </pc:sldLayoutMkLst>
        </pc:sldLayoutChg>
        <pc:sldLayoutChg chg="new replId setBg">
          <pc:chgData name="Анна" userId="b509f91a689c3b1e" providerId="LiveId" clId="{E226A4E9-6000-4FD2-9B6B-440369931FEF}" dt="2026-02-09T11:44:09.434" v="14"/>
          <pc:sldLayoutMkLst>
            <pc:docMk/>
            <pc:sldMasterMk cId="2797561256" sldId="2147483650"/>
            <pc:sldLayoutMk cId="2716021263" sldId="2147483654"/>
          </pc:sldLayoutMkLst>
        </pc:sldLayoutChg>
        <pc:sldLayoutChg chg="new replId setBg">
          <pc:chgData name="Анна" userId="b509f91a689c3b1e" providerId="LiveId" clId="{E226A4E9-6000-4FD2-9B6B-440369931FEF}" dt="2026-02-09T11:44:13.340" v="15"/>
          <pc:sldLayoutMkLst>
            <pc:docMk/>
            <pc:sldMasterMk cId="2797561256" sldId="2147483650"/>
            <pc:sldLayoutMk cId="1317240887" sldId="2147483655"/>
          </pc:sldLayoutMkLst>
        </pc:sldLayoutChg>
        <pc:sldLayoutChg chg="new replId setBg">
          <pc:chgData name="Анна" userId="b509f91a689c3b1e" providerId="LiveId" clId="{E226A4E9-6000-4FD2-9B6B-440369931FEF}" dt="2026-02-09T11:44:22.305" v="16"/>
          <pc:sldLayoutMkLst>
            <pc:docMk/>
            <pc:sldMasterMk cId="2797561256" sldId="2147483650"/>
            <pc:sldLayoutMk cId="3624019923" sldId="2147483656"/>
          </pc:sldLayoutMkLst>
        </pc:sldLayoutChg>
        <pc:sldLayoutChg chg="new replId setBg">
          <pc:chgData name="Анна" userId="b509f91a689c3b1e" providerId="LiveId" clId="{E226A4E9-6000-4FD2-9B6B-440369931FEF}" dt="2026-02-09T12:01:58.873" v="156"/>
          <pc:sldLayoutMkLst>
            <pc:docMk/>
            <pc:sldMasterMk cId="2797561256" sldId="2147483650"/>
            <pc:sldLayoutMk cId="1349801661" sldId="2147483657"/>
          </pc:sldLayoutMkLst>
        </pc:sldLayoutChg>
        <pc:sldLayoutChg chg="new replId setBg">
          <pc:chgData name="Анна" userId="b509f91a689c3b1e" providerId="LiveId" clId="{E226A4E9-6000-4FD2-9B6B-440369931FEF}" dt="2026-02-09T12:01:53.510" v="155"/>
          <pc:sldLayoutMkLst>
            <pc:docMk/>
            <pc:sldMasterMk cId="2797561256" sldId="2147483650"/>
            <pc:sldLayoutMk cId="1160702384" sldId="2147483658"/>
          </pc:sldLayoutMkLst>
        </pc:sldLayoutChg>
        <pc:sldLayoutChg chg="new replId setBg">
          <pc:chgData name="Анна" userId="b509f91a689c3b1e" providerId="LiveId" clId="{E226A4E9-6000-4FD2-9B6B-440369931FEF}" dt="2026-02-09T12:02:24.626" v="157"/>
          <pc:sldLayoutMkLst>
            <pc:docMk/>
            <pc:sldMasterMk cId="2797561256" sldId="2147483650"/>
            <pc:sldLayoutMk cId="1641121532" sldId="2147483659"/>
          </pc:sldLayoutMkLst>
        </pc:sldLayoutChg>
        <pc:sldLayoutChg chg="new replId">
          <pc:chgData name="Анна" userId="b509f91a689c3b1e" providerId="LiveId" clId="{E226A4E9-6000-4FD2-9B6B-440369931FEF}" dt="2026-02-09T11:42:23.531" v="6" actId="6938"/>
          <pc:sldLayoutMkLst>
            <pc:docMk/>
            <pc:sldMasterMk cId="2797561256" sldId="2147483650"/>
            <pc:sldLayoutMk cId="332602638" sldId="2147483660"/>
          </pc:sldLayoutMkLst>
        </pc:sldLayoutChg>
        <pc:sldLayoutChg chg="new replId">
          <pc:chgData name="Анна" userId="b509f91a689c3b1e" providerId="LiveId" clId="{E226A4E9-6000-4FD2-9B6B-440369931FEF}" dt="2026-02-09T11:42:23.531" v="6" actId="6938"/>
          <pc:sldLayoutMkLst>
            <pc:docMk/>
            <pc:sldMasterMk cId="2797561256" sldId="2147483650"/>
            <pc:sldLayoutMk cId="748910087" sldId="2147483661"/>
          </pc:sldLayoutMkLst>
        </pc:sldLayoutChg>
        <pc:sldLayoutChg chg="new del mod">
          <pc:chgData name="Анна" userId="b509f91a689c3b1e" providerId="LiveId" clId="{E226A4E9-6000-4FD2-9B6B-440369931FEF}" dt="2026-02-09T11:42:34.066" v="8" actId="2696"/>
          <pc:sldLayoutMkLst>
            <pc:docMk/>
            <pc:sldMasterMk cId="2797561256" sldId="2147483650"/>
            <pc:sldLayoutMk cId="441042647" sldId="214748366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9A6A1-C8A9-466F-9236-2C77B9E98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F82921-EF6D-4C69-B173-7283A643A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66482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0317B-BEAA-4F7D-AAED-8F880BE89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0E707C-8968-44B7-B049-82923CFA8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BA09E1-C749-46B9-B548-65B59FFF9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13060-0B3D-4CA5-A872-70CD3102BB0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2EA41B-0F22-4E45-B7A9-534E52BC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6F7C13-2C0B-477E-8425-8376C4B8E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4FBD-A5C4-47C4-9A37-EF161AB71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12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CD499-67D2-47C4-A7DA-C1A5CA48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00E57E-A519-485C-B2D0-48238E38F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C88E36-7EC2-4BDD-85B1-93AC0E22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13060-0B3D-4CA5-A872-70CD3102BB0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3F9428-C7F7-4B36-B6BA-476317A32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7CF895-2B79-46A4-A071-B4D329DA2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4FBD-A5C4-47C4-9A37-EF161AB71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554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9EE4A-9A4F-4E58-B7B5-6F795213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27E339-35B4-4558-A5F3-624CECC60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51481C-A427-4C65-A019-9808CBACA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00C36D-F0D9-40C5-811E-2E4FE021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13060-0B3D-4CA5-A872-70CD3102BB0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B335A9-5098-4CEA-B964-C1347E60E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E6CC6B-A05B-4228-B8ED-5FBB357F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4FBD-A5C4-47C4-9A37-EF161AB71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021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AE5342-093D-41ED-B928-531870A5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5AEB74-1CFB-4912-83D9-3EE1D9634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0F5FA9-D7C5-4890-92CF-D1B67C2E8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FEB9376-8EE5-4032-88F5-42C08B93D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95A558D-730B-44C7-97E1-4AEE9AA1BB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EB7D6A0-9347-48CE-86ED-E99D4743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13060-0B3D-4CA5-A872-70CD3102BB0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4AE603D-29FC-4228-9722-86F0F5087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30F66F-4AE1-4372-931B-902246D5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4FBD-A5C4-47C4-9A37-EF161AB71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240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E7D56-A9BA-438B-894A-182EB7DCD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7C412F1-2955-4A9B-ACBC-E0F567369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13060-0B3D-4CA5-A872-70CD3102BB0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8D50CBC-914E-4B02-94CF-F4407179A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E2D92F-848E-4840-A61B-48D6F8E8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4FBD-A5C4-47C4-9A37-EF161AB71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019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D8D9CE-4F89-486B-BED4-C77358FA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13060-0B3D-4CA5-A872-70CD3102BB0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3263131-2920-48F4-A32B-BD4AB1C6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CAC24B-960F-4413-9B14-B5853548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4FBD-A5C4-47C4-9A37-EF161AB71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801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246C4-00D3-4CCB-915F-2AB52EAB8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819658-E99B-44F2-A6F4-6D0CBE35A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EA3EE0-519B-4257-B111-5CF0C6139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B39A37-F502-4FC6-80E1-0F7C8796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13060-0B3D-4CA5-A872-70CD3102BB0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F62BE5-01DF-4A78-98E5-A2E3668B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60A301-06C4-4679-ADE1-092AA0BA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4FBD-A5C4-47C4-9A37-EF161AB71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702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67D0F-8306-4000-9E0E-D2FA85F5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744734B-2530-4ACB-8D32-E07BEB4A5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79F0A0-BDE8-4708-A755-8683C6BD7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483D4C-5BA8-4E6C-B234-5263E558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13060-0B3D-4CA5-A872-70CD3102BB0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CF806E-85FB-49B3-826E-3B953D282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948598-B576-44F4-9070-80F24AF25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4FBD-A5C4-47C4-9A37-EF161AB71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121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3A6B3-F37D-4BCE-8229-8C63D436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18CDA1-7254-4D5F-958C-F58DC6B9D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43268C-849F-4E2D-933E-1996E0BD8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13060-0B3D-4CA5-A872-70CD3102BB0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03C70-E5B1-4E6C-BA65-F3706E10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18A9F5-ABFA-4915-AAA5-AE2B5780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4FBD-A5C4-47C4-9A37-EF161AB71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0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194AC4-54EC-4E67-9363-F092A54F0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A273B1-58EE-489E-BCA1-A783CF6B7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94760E-A297-4F82-B800-5E539145B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13060-0B3D-4CA5-A872-70CD3102BB0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E25511-738A-48A1-8728-BA86ADB7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B2C638-AF71-47C6-A2A1-2106757A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4FBD-A5C4-47C4-9A37-EF161AB71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91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451523-B85D-4046-8FDC-750AAD45C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2AFDF9-6CA3-48CE-B4D3-7E5F4D2E3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E62A72-28D0-4D5F-973A-7CAF71AE3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13060-0B3D-4CA5-A872-70CD3102BB0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7A5BB8-046F-4779-B60E-368DDC258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9851A6-DA3F-4FF2-86FF-AAFE3A71E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34FBD-A5C4-47C4-9A37-EF161AB71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56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lousovaanyaa2-hue/ecommerce-analysi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lousovaanyaa2-hue/ecommerce-analysis" TargetMode="External"/><Relationship Id="rId2" Type="http://schemas.openxmlformats.org/officeDocument/2006/relationships/hyperlink" Target="mailto:belousova-2001@yandex.ru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kaggle.com/datasets/olistbr/brazilian-ecommer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51B41-9764-42AE-8EC6-6A5CB1D6D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i="0" dirty="0">
                <a:solidFill>
                  <a:schemeClr val="accent4">
                    <a:lumMod val="50000"/>
                  </a:schemeClr>
                </a:solidFill>
                <a:effectLst/>
                <a:hlinkClick r:id="rId2"/>
              </a:rPr>
              <a:t>Анализ данных </a:t>
            </a:r>
            <a:r>
              <a:rPr lang="en-US" b="1" i="0" dirty="0">
                <a:solidFill>
                  <a:schemeClr val="accent4">
                    <a:lumMod val="50000"/>
                  </a:schemeClr>
                </a:solidFill>
                <a:effectLst/>
                <a:hlinkClick r:id="rId2"/>
              </a:rPr>
              <a:t>e</a:t>
            </a:r>
            <a:r>
              <a:rPr lang="en-US" b="1" i="0" dirty="0">
                <a:solidFill>
                  <a:schemeClr val="accent4">
                    <a:lumMod val="50000"/>
                  </a:schemeClr>
                </a:solidFill>
                <a:effectLst/>
                <a:latin typeface="Agency FB" panose="020B0503020202020204" pitchFamily="34" charset="0"/>
                <a:hlinkClick r:id="rId2"/>
              </a:rPr>
              <a:t>-</a:t>
            </a:r>
            <a:r>
              <a:rPr lang="en-US" b="1" i="0" dirty="0">
                <a:solidFill>
                  <a:schemeClr val="accent4">
                    <a:lumMod val="50000"/>
                  </a:schemeClr>
                </a:solidFill>
                <a:effectLst/>
                <a:hlinkClick r:id="rId2"/>
              </a:rPr>
              <a:t>commerce </a:t>
            </a:r>
            <a:r>
              <a:rPr lang="ru-RU" b="1" i="0" dirty="0">
                <a:solidFill>
                  <a:schemeClr val="accent4">
                    <a:lumMod val="50000"/>
                  </a:schemeClr>
                </a:solidFill>
                <a:effectLst/>
                <a:hlinkClick r:id="rId2"/>
              </a:rPr>
              <a:t>платформы</a:t>
            </a:r>
            <a:endParaRPr lang="ru-RU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273F32-3100-4561-9E19-ED0E35C14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 fontScale="92500"/>
          </a:bodyPr>
          <a:lstStyle/>
          <a:p>
            <a:r>
              <a:rPr lang="en-US" b="0" i="0" cap="all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-52"/>
              </a:rPr>
              <a:t>p</a:t>
            </a:r>
            <a:r>
              <a:rPr lang="ru-RU" b="0" i="0" cap="all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-52"/>
              </a:rPr>
              <a:t>et-project</a:t>
            </a:r>
            <a:r>
              <a:rPr lang="ru-RU" b="0" i="0" cap="all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-52"/>
              </a:rPr>
              <a:t> по анализу поведения клиентов, выручки, доставки и пользовательских оценок</a:t>
            </a:r>
            <a:endParaRPr lang="ru-RU" cap="all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Montserrat" panose="00000500000000000000" pitchFamily="50" charset="-52"/>
            </a:endParaRPr>
          </a:p>
          <a:p>
            <a:endParaRPr lang="en-US" b="1" i="0" cap="all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Montserrat" panose="00000500000000000000" pitchFamily="50" charset="-52"/>
            </a:endParaRPr>
          </a:p>
          <a:p>
            <a:r>
              <a:rPr lang="ru-RU" b="1" i="0" cap="all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-52"/>
              </a:rPr>
              <a:t>Инструменты</a:t>
            </a:r>
            <a:r>
              <a:rPr lang="ru-RU" b="0" i="0" cap="all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-52"/>
              </a:rPr>
              <a:t>: Python (</a:t>
            </a:r>
            <a:r>
              <a:rPr lang="ru-RU" b="0" i="0" cap="all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-52"/>
              </a:rPr>
              <a:t>pandas</a:t>
            </a:r>
            <a:r>
              <a:rPr lang="ru-RU" b="0" i="0" cap="all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-52"/>
              </a:rPr>
              <a:t>), SQL (</a:t>
            </a:r>
            <a:r>
              <a:rPr lang="ru-RU" b="0" i="0" cap="all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-52"/>
              </a:rPr>
              <a:t>SQLite</a:t>
            </a:r>
            <a:r>
              <a:rPr lang="ru-RU" b="0" i="0" cap="all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-52"/>
              </a:rPr>
              <a:t>), Excel, Power BI</a:t>
            </a:r>
            <a:endParaRPr lang="ru-RU" cap="all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-52"/>
            </a:endParaRPr>
          </a:p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БЕЛОУСОВА АННА,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JUNIOR DATA ANALYST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691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2E9AE-1F99-4452-A5BD-31E399CB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solidFill>
                  <a:schemeClr val="accent4">
                    <a:lumMod val="50000"/>
                  </a:schemeClr>
                </a:solidFill>
              </a:rPr>
              <a:t>Описание продукта 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21153E6D-A601-4843-B99C-181F32695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393476"/>
            <a:ext cx="6172200" cy="4061523"/>
          </a:xfrm>
          <a:ln>
            <a:solidFill>
              <a:schemeClr val="accent1"/>
            </a:solidFill>
          </a:ln>
        </p:spPr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114810BA-3ADF-4A09-97DC-2ADE6939E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Онлайн-платформа электронной коммерции, где клиенты оформляют заказы с доставкой товаров от разных продавцов, на заказ можно оставить отзыв с оценкой.</a:t>
            </a: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Бизнес заинтересован 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росте повторных покупок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увеличении выручки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улучшении клиентского опыта и рейтингов</a:t>
            </a:r>
          </a:p>
          <a:p>
            <a:endParaRPr lang="ru-RU" sz="2000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026A23A-AC37-4D0C-9703-5B9C364CC58B}"/>
              </a:ext>
            </a:extLst>
          </p:cNvPr>
          <p:cNvCxnSpPr>
            <a:cxnSpLocks/>
          </p:cNvCxnSpPr>
          <p:nvPr/>
        </p:nvCxnSpPr>
        <p:spPr>
          <a:xfrm>
            <a:off x="788418" y="526738"/>
            <a:ext cx="0" cy="866738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219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1E12F32F-FFC0-4445-BAE3-573831AB2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504370"/>
            <a:ext cx="5157787" cy="823912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Вопросы</a:t>
            </a:r>
            <a:endParaRPr lang="ru-RU" sz="2800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D9F951-BB97-45AD-ACF8-60C360468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556" y="1502797"/>
            <a:ext cx="5157787" cy="468686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Как ведут себя клиенты после первой покупки?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Как распределяется выручка между разными группами клиентов?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Как формируется выручка и какие категории товаров вносят наибольший вклад?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Есть ли сезонность в продажах?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Насколько эффективно работает доставка и как часто происходят задержки?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Какие факторы влияют на рейтинг заказов? 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391566-03DC-4733-AFFB-7FD565925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41464" y="504370"/>
            <a:ext cx="5183188" cy="823912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Задачи</a:t>
            </a:r>
            <a:endParaRPr lang="ru-RU" sz="2800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9FC8D20-DAF2-40FD-B767-41817C40C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41464" y="1502797"/>
            <a:ext cx="4661980" cy="468686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Рассчитать месячный </a:t>
            </a:r>
            <a:r>
              <a:rPr lang="ru-RU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retention</a:t>
            </a: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клиентов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Провести RFM-сегментацию клиентов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Проанализировать выручку и её структуру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Выявить сезонность продаж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Проанализировать задержки доставки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Найти факторы, влияющие на рейтинг заказов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ru-RU" dirty="0"/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638EDCCF-4A43-4377-AFCD-8D339055142B}"/>
              </a:ext>
            </a:extLst>
          </p:cNvPr>
          <p:cNvSpPr/>
          <p:nvPr/>
        </p:nvSpPr>
        <p:spPr>
          <a:xfrm>
            <a:off x="5394626" y="3030195"/>
            <a:ext cx="1402748" cy="823912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235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0754A8-52D5-4193-BA3D-0D0E189DE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0411"/>
            <a:ext cx="8626867" cy="3909901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D265EB-2E29-46ED-8ABB-A8F594291614}"/>
              </a:ext>
            </a:extLst>
          </p:cNvPr>
          <p:cNvSpPr/>
          <p:nvPr/>
        </p:nvSpPr>
        <p:spPr>
          <a:xfrm>
            <a:off x="8626867" y="3011232"/>
            <a:ext cx="1782566" cy="3909901"/>
          </a:xfrm>
          <a:prstGeom prst="rect">
            <a:avLst/>
          </a:prstGeom>
          <a:solidFill>
            <a:srgbClr val="E1D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D0BFDD-7184-442D-987B-7397649BE7A2}"/>
              </a:ext>
            </a:extLst>
          </p:cNvPr>
          <p:cNvSpPr/>
          <p:nvPr/>
        </p:nvSpPr>
        <p:spPr>
          <a:xfrm>
            <a:off x="10409433" y="2948099"/>
            <a:ext cx="1782566" cy="3909901"/>
          </a:xfrm>
          <a:prstGeom prst="rect">
            <a:avLst/>
          </a:prstGeom>
          <a:solidFill>
            <a:srgbClr val="E1D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5FAA0-C95E-4B64-B44A-FB15ADBC610E}"/>
              </a:ext>
            </a:extLst>
          </p:cNvPr>
          <p:cNvSpPr txBox="1"/>
          <p:nvPr/>
        </p:nvSpPr>
        <p:spPr>
          <a:xfrm>
            <a:off x="918302" y="1630481"/>
            <a:ext cx="10308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4D4D4D"/>
                </a:solidFill>
                <a:effectLst/>
              </a:rPr>
              <a:t> </a:t>
            </a: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Один клиент может иметь несколько заказов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algn="just" rtl="0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Один заказ может содержать несколько товаров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algn="just" rtl="0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Для каждого заказа может быть оставлен отзыв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608F65-74E5-4C11-9606-845F9CBF0551}"/>
              </a:ext>
            </a:extLst>
          </p:cNvPr>
          <p:cNvSpPr txBox="1"/>
          <p:nvPr/>
        </p:nvSpPr>
        <p:spPr>
          <a:xfrm>
            <a:off x="8626867" y="3502665"/>
            <a:ext cx="333225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ru-RU" sz="16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orders</a:t>
            </a:r>
            <a:r>
              <a:rPr lang="ru-RU" sz="1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lang="ru-RU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- информация о заказах и датах доставки</a:t>
            </a:r>
            <a:endParaRPr lang="ru-RU" sz="16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rtl="0"/>
            <a:r>
              <a:rPr lang="ru-RU" sz="16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order_reviews</a:t>
            </a:r>
            <a:r>
              <a:rPr lang="ru-RU" sz="1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lang="ru-RU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- пользовательские оценки заказов</a:t>
            </a:r>
            <a:endParaRPr lang="ru-RU" sz="16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rtl="0"/>
            <a:r>
              <a:rPr lang="ru-RU" sz="16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order_items</a:t>
            </a:r>
            <a:r>
              <a:rPr lang="ru-RU" sz="1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lang="ru-RU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- товары и стоимость заказов</a:t>
            </a:r>
            <a:endParaRPr lang="ru-RU" sz="16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rtl="0"/>
            <a:r>
              <a:rPr lang="ru-RU" sz="16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customers</a:t>
            </a:r>
            <a:r>
              <a:rPr lang="ru-RU" sz="1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lang="ru-RU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- данные о клиентах</a:t>
            </a:r>
            <a:endParaRPr lang="ru-RU" sz="16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rtl="0"/>
            <a:r>
              <a:rPr lang="ru-RU" sz="16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products</a:t>
            </a:r>
            <a:r>
              <a:rPr lang="ru-RU" sz="1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lang="ru-RU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- данные о категориях товаров </a:t>
            </a:r>
            <a:endParaRPr lang="ru-RU" sz="16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CD6CF54E-1A01-4991-81AB-64CB1B00F5F4}"/>
              </a:ext>
            </a:extLst>
          </p:cNvPr>
          <p:cNvCxnSpPr>
            <a:cxnSpLocks/>
          </p:cNvCxnSpPr>
          <p:nvPr/>
        </p:nvCxnSpPr>
        <p:spPr>
          <a:xfrm flipH="1">
            <a:off x="0" y="2948099"/>
            <a:ext cx="12191999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60E5BDB-D2DC-49B6-86E1-A28E7E50FF3F}"/>
              </a:ext>
            </a:extLst>
          </p:cNvPr>
          <p:cNvSpPr txBox="1">
            <a:spLocks/>
          </p:cNvSpPr>
          <p:nvPr/>
        </p:nvSpPr>
        <p:spPr>
          <a:xfrm>
            <a:off x="1090232" y="769239"/>
            <a:ext cx="7322289" cy="531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dirty="0">
                <a:solidFill>
                  <a:schemeClr val="accent4">
                    <a:lumMod val="50000"/>
                  </a:schemeClr>
                </a:solidFill>
              </a:rPr>
              <a:t>Модель данных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6C8D37C-7E98-4571-B715-00CB9A58B846}"/>
              </a:ext>
            </a:extLst>
          </p:cNvPr>
          <p:cNvCxnSpPr>
            <a:cxnSpLocks/>
          </p:cNvCxnSpPr>
          <p:nvPr/>
        </p:nvCxnSpPr>
        <p:spPr>
          <a:xfrm>
            <a:off x="918302" y="685824"/>
            <a:ext cx="0" cy="866738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68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B9EE4BD0-8FCA-486F-8420-A9C14D146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576" y="2062715"/>
            <a:ext cx="10334847" cy="3296094"/>
          </a:xfrm>
        </p:spPr>
        <p:txBody>
          <a:bodyPr>
            <a:normAutofit/>
          </a:bodyPr>
          <a:lstStyle/>
          <a:p>
            <a:pPr algn="just"/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50" charset="-52"/>
              </a:rPr>
              <a:t>Возвращаемость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50" charset="-52"/>
              </a:rPr>
              <a:t> клиентов после первой покупки крайне низкая: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50" charset="-52"/>
              </a:rPr>
              <a:t>retention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50" charset="-52"/>
              </a:rPr>
              <a:t> первого месяца стабильно ниже 1% (0,18–0,72%). Отсутствие резких провалов во времени указывает на системную проблему удержания, а не на влияние разовых факторов.</a:t>
            </a:r>
          </a:p>
          <a:p>
            <a:pPr algn="just"/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50" charset="-52"/>
            </a:endParaRPr>
          </a:p>
          <a:p>
            <a:pPr marL="342900" indent="-342900" algn="just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Продукт успешно привлекает новых клиентов, но не формирует привычку повторных покупок</a:t>
            </a:r>
          </a:p>
          <a:p>
            <a:pPr marL="342900" indent="-342900" algn="just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Потенциал роста — увеличение LTV за счёт повторных заказов, а не привлечение трафика</a:t>
            </a: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95BFFEAF-B910-4855-8B63-FCD884BAA0DD}"/>
              </a:ext>
            </a:extLst>
          </p:cNvPr>
          <p:cNvSpPr/>
          <p:nvPr/>
        </p:nvSpPr>
        <p:spPr>
          <a:xfrm>
            <a:off x="5925878" y="3258880"/>
            <a:ext cx="340242" cy="467833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5A8DC2C6-A2B0-4C92-9E78-F8397B336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697" y="1235853"/>
            <a:ext cx="7322289" cy="531812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accent4">
                    <a:lumMod val="50000"/>
                  </a:schemeClr>
                </a:solidFill>
              </a:rPr>
              <a:t>Retention</a:t>
            </a:r>
            <a:endParaRPr lang="ru-RU" sz="48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E1EA1B5-CC30-4F65-9609-8761F44BF45F}"/>
              </a:ext>
            </a:extLst>
          </p:cNvPr>
          <p:cNvCxnSpPr>
            <a:cxnSpLocks/>
          </p:cNvCxnSpPr>
          <p:nvPr/>
        </p:nvCxnSpPr>
        <p:spPr>
          <a:xfrm>
            <a:off x="928576" y="1004592"/>
            <a:ext cx="0" cy="866738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237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5134454-124E-4DF9-A5DE-C45917972F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" t="-206" r="-149" b="-1331"/>
          <a:stretch/>
        </p:blipFill>
        <p:spPr>
          <a:xfrm>
            <a:off x="133959" y="-1"/>
            <a:ext cx="1192408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04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B9EE4BD0-8FCA-486F-8420-A9C14D146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576" y="2094613"/>
            <a:ext cx="10334847" cy="3423867"/>
          </a:xfrm>
        </p:spPr>
        <p:txBody>
          <a:bodyPr>
            <a:normAutofit/>
          </a:bodyPr>
          <a:lstStyle/>
          <a:p>
            <a:pPr algn="just"/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Самый крупный сегмент клиентской базы — новые пользователи, за которыми следует сегмент потерянных клиентов. При этом сегмент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Potential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является третьим по размеру и имеет более высокий средний чек, чем новые и потерянные пользователи. </a:t>
            </a:r>
          </a:p>
          <a:p>
            <a:pPr algn="just"/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just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Основной риск бизнеса — отток после первой покупки</a:t>
            </a:r>
          </a:p>
          <a:p>
            <a:pPr marL="342900" indent="-342900" algn="just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Сегмент </a:t>
            </a:r>
            <a:r>
              <a:rPr lang="ru-RU" sz="20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Potential</a:t>
            </a: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 — ключевая точка роста: клиенты покупали недавно и на значимую сумму, но не стали повторными </a:t>
            </a:r>
          </a:p>
          <a:p>
            <a:pPr marL="342900" indent="-342900" algn="just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VIP и лояльные клиенты требуют персонализированных стратегий удержания</a:t>
            </a:r>
          </a:p>
        </p:txBody>
      </p:sp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id="{C6B9438E-3D88-460B-8AE0-E2B50BA74B8E}"/>
              </a:ext>
            </a:extLst>
          </p:cNvPr>
          <p:cNvSpPr/>
          <p:nvPr/>
        </p:nvSpPr>
        <p:spPr>
          <a:xfrm>
            <a:off x="5925878" y="3328171"/>
            <a:ext cx="340242" cy="467833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8EA2F67-30DB-4031-8C3B-F38ECABFB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697" y="1235853"/>
            <a:ext cx="7322289" cy="531812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accent4">
                    <a:lumMod val="50000"/>
                  </a:schemeClr>
                </a:solidFill>
              </a:rPr>
              <a:t>RFM</a:t>
            </a:r>
            <a:r>
              <a:rPr lang="ru-RU" sz="4800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-</a:t>
            </a:r>
            <a:r>
              <a:rPr lang="ru-RU" sz="4800" dirty="0">
                <a:solidFill>
                  <a:schemeClr val="accent4">
                    <a:lumMod val="50000"/>
                  </a:schemeClr>
                </a:solidFill>
              </a:rPr>
              <a:t>сегментация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0C7203D-33A8-47D1-B935-7C83E4389C84}"/>
              </a:ext>
            </a:extLst>
          </p:cNvPr>
          <p:cNvCxnSpPr>
            <a:cxnSpLocks/>
          </p:cNvCxnSpPr>
          <p:nvPr/>
        </p:nvCxnSpPr>
        <p:spPr>
          <a:xfrm>
            <a:off x="928576" y="1004592"/>
            <a:ext cx="0" cy="866738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049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CC40E59-6E8E-4BB0-8023-E6C5415FD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" b="533"/>
          <a:stretch/>
        </p:blipFill>
        <p:spPr>
          <a:xfrm>
            <a:off x="0" y="0"/>
            <a:ext cx="122496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73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FD994-2A98-4DEB-B349-49CC9E00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81" y="297714"/>
            <a:ext cx="3932237" cy="531812"/>
          </a:xfrm>
        </p:spPr>
        <p:txBody>
          <a:bodyPr>
            <a:noAutofit/>
          </a:bodyPr>
          <a:lstStyle/>
          <a:p>
            <a:r>
              <a:rPr lang="ru-RU" sz="4800" dirty="0">
                <a:solidFill>
                  <a:schemeClr val="accent4">
                    <a:lumMod val="50000"/>
                  </a:schemeClr>
                </a:solidFill>
              </a:rPr>
              <a:t>Выручка</a:t>
            </a:r>
            <a:r>
              <a:rPr lang="en-US" sz="4800" dirty="0"/>
              <a:t> </a:t>
            </a:r>
            <a:endParaRPr lang="ru-RU" sz="4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E08AA0-3453-485E-8D90-47E4ABC96A4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" r="62"/>
          <a:stretch/>
        </p:blipFill>
        <p:spPr>
          <a:xfrm>
            <a:off x="4125433" y="1170956"/>
            <a:ext cx="8066567" cy="4516088"/>
          </a:xfrm>
          <a:ln>
            <a:solidFill>
              <a:schemeClr val="accent1"/>
            </a:solidFill>
          </a:ln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B9EE4BD0-8FCA-486F-8420-A9C14D146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5181" y="1010094"/>
            <a:ext cx="3677056" cy="5475766"/>
          </a:xfrm>
        </p:spPr>
        <p:txBody>
          <a:bodyPr>
            <a:normAutofit lnSpcReduction="10000"/>
          </a:bodyPr>
          <a:lstStyle/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Основную выручку формируют 5 категорий: </a:t>
            </a:r>
          </a:p>
          <a:p>
            <a:pPr marL="457200" indent="-457200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Красота и здоровье</a:t>
            </a:r>
          </a:p>
          <a:p>
            <a:pPr marL="457200" indent="-457200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Часы и подарки</a:t>
            </a:r>
          </a:p>
          <a:p>
            <a:pPr marL="457200" indent="-457200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Кровать, стол, ванна</a:t>
            </a:r>
          </a:p>
          <a:p>
            <a:pPr marL="457200" indent="-457200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Спорт и досуг</a:t>
            </a:r>
          </a:p>
          <a:p>
            <a:pPr marL="457200" indent="-457200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Компьютерные аксессуары.</a:t>
            </a:r>
          </a:p>
          <a:p>
            <a:pPr marL="342900" indent="-342900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Данные категории — ключевые драйверы выручки, в них целесообразно тестировать акции, персональные предложения и улучшения клиентского опыта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B5B1DB3-9B8E-4CD2-8601-D5BF41ED5778}"/>
              </a:ext>
            </a:extLst>
          </p:cNvPr>
          <p:cNvCxnSpPr>
            <a:cxnSpLocks/>
          </p:cNvCxnSpPr>
          <p:nvPr/>
        </p:nvCxnSpPr>
        <p:spPr>
          <a:xfrm>
            <a:off x="180750" y="53165"/>
            <a:ext cx="0" cy="866738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268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B9EE4BD0-8FCA-486F-8420-A9C14D146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576" y="2094612"/>
            <a:ext cx="10334847" cy="3625703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 первые месяцы продукт находился, скорее всего, на стадии выхода на рынок, с января 2017 года наблюдается устойчивый рост. Пик продаж приходится на ноябрь 2017 года, после чего показатели выходят на плато. 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Рост выручки обеспечивается увеличением количества заказов, а не ростом среднего чека </a:t>
            </a:r>
          </a:p>
          <a:p>
            <a:pPr marL="342900" indent="-342900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Средний чек стабилен (124–149 R$)</a:t>
            </a:r>
          </a:p>
          <a:p>
            <a:pPr marL="342900" indent="-342900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Выраженный ноябрьский пик может быть использован для сезонных маркетинговых кампаний</a:t>
            </a:r>
          </a:p>
        </p:txBody>
      </p:sp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id="{22FC2DDD-9220-49ED-9649-8AAA174CE729}"/>
              </a:ext>
            </a:extLst>
          </p:cNvPr>
          <p:cNvSpPr/>
          <p:nvPr/>
        </p:nvSpPr>
        <p:spPr>
          <a:xfrm>
            <a:off x="5925878" y="2982433"/>
            <a:ext cx="340242" cy="467833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3F4180-69CB-403F-9DD5-12AC133D6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697" y="1235853"/>
            <a:ext cx="7322289" cy="531812"/>
          </a:xfrm>
        </p:spPr>
        <p:txBody>
          <a:bodyPr>
            <a:noAutofit/>
          </a:bodyPr>
          <a:lstStyle/>
          <a:p>
            <a:r>
              <a:rPr lang="ru-RU" sz="4800" dirty="0">
                <a:solidFill>
                  <a:schemeClr val="accent4">
                    <a:lumMod val="50000"/>
                  </a:schemeClr>
                </a:solidFill>
              </a:rPr>
              <a:t>Сезонность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098AA33-479F-407F-BC08-C74D023C9F09}"/>
              </a:ext>
            </a:extLst>
          </p:cNvPr>
          <p:cNvCxnSpPr>
            <a:cxnSpLocks/>
          </p:cNvCxnSpPr>
          <p:nvPr/>
        </p:nvCxnSpPr>
        <p:spPr>
          <a:xfrm>
            <a:off x="928576" y="1004592"/>
            <a:ext cx="0" cy="866738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888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6E9BE0-66D5-4F6C-A4D1-1814F27C0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" b="375"/>
          <a:stretch/>
        </p:blipFill>
        <p:spPr>
          <a:xfrm>
            <a:off x="0" y="-1"/>
            <a:ext cx="12249656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85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FD994-2A98-4DEB-B349-49CC9E00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697" y="1235853"/>
            <a:ext cx="7322289" cy="531812"/>
          </a:xfrm>
        </p:spPr>
        <p:txBody>
          <a:bodyPr>
            <a:noAutofit/>
          </a:bodyPr>
          <a:lstStyle/>
          <a:p>
            <a:r>
              <a:rPr lang="ru-RU" sz="4800" dirty="0">
                <a:solidFill>
                  <a:schemeClr val="accent4">
                    <a:lumMod val="50000"/>
                  </a:schemeClr>
                </a:solidFill>
              </a:rPr>
              <a:t>Доставка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EE4BD0-8FCA-486F-8420-A9C14D146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576" y="2094614"/>
            <a:ext cx="10334847" cy="4082902"/>
          </a:xfrm>
        </p:spPr>
        <p:txBody>
          <a:bodyPr>
            <a:normAutofit/>
          </a:bodyPr>
          <a:lstStyle/>
          <a:p>
            <a:pPr algn="just"/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Доля заказов с опозданием нестабильна и подвержена сильным колебаниям. В отдельных штатах (AL, MA, SE) уровень опозданий существенно выше среднего.</a:t>
            </a:r>
          </a:p>
          <a:p>
            <a:pPr algn="just"/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just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Нестабильность доставки снижает предсказуемость клиентского опыта. </a:t>
            </a:r>
          </a:p>
          <a:p>
            <a:pPr marL="342900" indent="-342900" algn="just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Возможные причины: некорректная оценка сроков доставки или локальные логистические проблемы. </a:t>
            </a:r>
          </a:p>
          <a:p>
            <a:pPr marL="342900" indent="-342900" algn="just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Фокус на проблемных регионах позволит снизить долю опозданий без масштабных изменений всей логистики</a:t>
            </a:r>
          </a:p>
        </p:txBody>
      </p:sp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5BCDF09E-182C-41AC-B897-21B388658F7C}"/>
              </a:ext>
            </a:extLst>
          </p:cNvPr>
          <p:cNvSpPr/>
          <p:nvPr/>
        </p:nvSpPr>
        <p:spPr>
          <a:xfrm>
            <a:off x="5925878" y="2961167"/>
            <a:ext cx="340242" cy="467833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9371079-623A-4ABA-AC27-94747BC83F19}"/>
              </a:ext>
            </a:extLst>
          </p:cNvPr>
          <p:cNvCxnSpPr>
            <a:cxnSpLocks/>
          </p:cNvCxnSpPr>
          <p:nvPr/>
        </p:nvCxnSpPr>
        <p:spPr>
          <a:xfrm>
            <a:off x="928576" y="1004592"/>
            <a:ext cx="0" cy="866738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221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E08AA0-3453-485E-8D90-47E4ABC96A4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" b="573"/>
          <a:stretch/>
        </p:blipFill>
        <p:spPr>
          <a:xfrm>
            <a:off x="0" y="32278"/>
            <a:ext cx="12192000" cy="6825722"/>
          </a:xfrm>
        </p:spPr>
      </p:pic>
    </p:spTree>
    <p:extLst>
      <p:ext uri="{BB962C8B-B14F-4D97-AF65-F5344CB8AC3E}">
        <p14:creationId xmlns:p14="http://schemas.microsoft.com/office/powerpoint/2010/main" val="1841122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FD994-2A98-4DEB-B349-49CC9E00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697" y="1235853"/>
            <a:ext cx="7322289" cy="531812"/>
          </a:xfrm>
        </p:spPr>
        <p:txBody>
          <a:bodyPr>
            <a:noAutofit/>
          </a:bodyPr>
          <a:lstStyle/>
          <a:p>
            <a:r>
              <a:rPr lang="ru-RU" sz="4800" dirty="0">
                <a:solidFill>
                  <a:schemeClr val="accent4">
                    <a:lumMod val="50000"/>
                  </a:schemeClr>
                </a:solidFill>
              </a:rPr>
              <a:t>Рейтинг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EE4BD0-8FCA-486F-8420-A9C14D146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576" y="2094613"/>
            <a:ext cx="10334847" cy="4359349"/>
          </a:xfrm>
        </p:spPr>
        <p:txBody>
          <a:bodyPr>
            <a:normAutofit/>
          </a:bodyPr>
          <a:lstStyle/>
          <a:p>
            <a:pPr algn="just"/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Более дорогие заказы в среднем получают более низкие оценки, что указывает на рост ожиданий клиентов с увеличением суммы покупки. Заказы с большим количеством товаров и высокой стоимостью доставки также оцениваются хуже. Самый сильный негативный фактор — опоздание доставки.</a:t>
            </a:r>
          </a:p>
          <a:p>
            <a:pPr algn="just"/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just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Клиенты готовы платить больше, но ожидают соответствующего уровня сервиса</a:t>
            </a:r>
          </a:p>
          <a:p>
            <a:pPr marL="342900" indent="-342900" algn="just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Скорость и надёжность доставки напрямую влияют на пользовательскую удовлетворённость</a:t>
            </a:r>
          </a:p>
          <a:p>
            <a:pPr marL="342900" indent="-342900" algn="just">
              <a:buClr>
                <a:schemeClr val="accent4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50" charset="-52"/>
              </a:rPr>
              <a:t>Снижение доли опоздавших заказов — самый эффективный способ повышения рейтинга без изменения продукта</a:t>
            </a:r>
          </a:p>
        </p:txBody>
      </p:sp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5BCDF09E-182C-41AC-B897-21B388658F7C}"/>
              </a:ext>
            </a:extLst>
          </p:cNvPr>
          <p:cNvSpPr/>
          <p:nvPr/>
        </p:nvSpPr>
        <p:spPr>
          <a:xfrm>
            <a:off x="5925878" y="3471532"/>
            <a:ext cx="340242" cy="467833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9371079-623A-4ABA-AC27-94747BC83F19}"/>
              </a:ext>
            </a:extLst>
          </p:cNvPr>
          <p:cNvCxnSpPr>
            <a:cxnSpLocks/>
          </p:cNvCxnSpPr>
          <p:nvPr/>
        </p:nvCxnSpPr>
        <p:spPr>
          <a:xfrm>
            <a:off x="928576" y="1004592"/>
            <a:ext cx="0" cy="866738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520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E08AA0-3453-485E-8D90-47E4ABC96A4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" b="484"/>
          <a:stretch/>
        </p:blipFill>
        <p:spPr>
          <a:xfrm>
            <a:off x="0" y="-1"/>
            <a:ext cx="12249656" cy="6858001"/>
          </a:xfrm>
        </p:spPr>
      </p:pic>
    </p:spTree>
    <p:extLst>
      <p:ext uri="{BB962C8B-B14F-4D97-AF65-F5344CB8AC3E}">
        <p14:creationId xmlns:p14="http://schemas.microsoft.com/office/powerpoint/2010/main" val="1088808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350E2D4-80EA-4EDF-9B81-84B8292D228A}"/>
              </a:ext>
            </a:extLst>
          </p:cNvPr>
          <p:cNvSpPr txBox="1">
            <a:spLocks/>
          </p:cNvSpPr>
          <p:nvPr/>
        </p:nvSpPr>
        <p:spPr>
          <a:xfrm>
            <a:off x="333153" y="1291580"/>
            <a:ext cx="7322289" cy="5318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dirty="0">
                <a:solidFill>
                  <a:schemeClr val="accent4">
                    <a:lumMod val="50000"/>
                  </a:schemeClr>
                </a:solidFill>
              </a:rPr>
              <a:t>Рекомендации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D00BEBA-A2E8-402C-B32F-51AEC7D0EF0C}"/>
              </a:ext>
            </a:extLst>
          </p:cNvPr>
          <p:cNvCxnSpPr>
            <a:cxnSpLocks/>
          </p:cNvCxnSpPr>
          <p:nvPr/>
        </p:nvCxnSpPr>
        <p:spPr>
          <a:xfrm>
            <a:off x="168341" y="1004593"/>
            <a:ext cx="0" cy="866738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0F4E45E-EF3D-4E07-B59A-A7D017827EAF}"/>
              </a:ext>
            </a:extLst>
          </p:cNvPr>
          <p:cNvSpPr/>
          <p:nvPr/>
        </p:nvSpPr>
        <p:spPr>
          <a:xfrm>
            <a:off x="168341" y="2307265"/>
            <a:ext cx="2138914" cy="3923414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1.</a:t>
            </a:r>
          </a:p>
          <a:p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Сфокусироваться на удержании новых клиентов: 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Персональные акции </a:t>
            </a:r>
          </a:p>
          <a:p>
            <a:pPr marL="285750" indent="-285750">
              <a:buFontTx/>
              <a:buChar char="-"/>
            </a:pPr>
            <a:r>
              <a:rPr lang="ru-RU" sz="1600" spc="-15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Напоминания 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Коммуникация после 1ой покупки 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4B6A6884-E11B-4BB9-A29A-182887FA07A7}"/>
              </a:ext>
            </a:extLst>
          </p:cNvPr>
          <p:cNvSpPr/>
          <p:nvPr/>
        </p:nvSpPr>
        <p:spPr>
          <a:xfrm>
            <a:off x="2606741" y="2307265"/>
            <a:ext cx="2138914" cy="3923414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2.</a:t>
            </a:r>
          </a:p>
          <a:p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Снизить долю опоздавших заказов, начав с проблемных регионов (AL, MA, SE)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6DFD5A0-BDBC-4B9F-AF20-8F899C99F2EA}"/>
              </a:ext>
            </a:extLst>
          </p:cNvPr>
          <p:cNvSpPr/>
          <p:nvPr/>
        </p:nvSpPr>
        <p:spPr>
          <a:xfrm>
            <a:off x="5045141" y="2307265"/>
            <a:ext cx="2138914" cy="3923414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3.</a:t>
            </a:r>
          </a:p>
          <a:p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Использовать сегмент </a:t>
            </a:r>
            <a:r>
              <a:rPr lang="ru-RU" sz="16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Potential</a:t>
            </a:r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как приоритетную группу для повторных продаж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3D04795B-1172-4549-9560-3FD0783C1595}"/>
              </a:ext>
            </a:extLst>
          </p:cNvPr>
          <p:cNvSpPr/>
          <p:nvPr/>
        </p:nvSpPr>
        <p:spPr>
          <a:xfrm>
            <a:off x="7483541" y="2307265"/>
            <a:ext cx="2138914" cy="3923414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4.</a:t>
            </a:r>
          </a:p>
          <a:p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Усилить контроль доставки для дорогих заказов, где ожидания клиентов выше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34D7A0B9-2D9D-4DE7-B29E-A06757FD1690}"/>
              </a:ext>
            </a:extLst>
          </p:cNvPr>
          <p:cNvSpPr/>
          <p:nvPr/>
        </p:nvSpPr>
        <p:spPr>
          <a:xfrm>
            <a:off x="9921941" y="2307265"/>
            <a:ext cx="2138914" cy="3923414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5. </a:t>
            </a:r>
          </a:p>
          <a:p>
            <a:r>
              <a:rPr lang="ru-RU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Развивать ключевые категории, формирующие основную выручку, через промо и улучшение сервиса</a:t>
            </a:r>
          </a:p>
        </p:txBody>
      </p:sp>
    </p:spTree>
    <p:extLst>
      <p:ext uri="{BB962C8B-B14F-4D97-AF65-F5344CB8AC3E}">
        <p14:creationId xmlns:p14="http://schemas.microsoft.com/office/powerpoint/2010/main" val="3668545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FD994-2A98-4DEB-B349-49CC9E00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697" y="1235853"/>
            <a:ext cx="7322289" cy="531812"/>
          </a:xfrm>
        </p:spPr>
        <p:txBody>
          <a:bodyPr>
            <a:noAutofit/>
          </a:bodyPr>
          <a:lstStyle/>
          <a:p>
            <a:r>
              <a:rPr lang="ru-RU" sz="4800" dirty="0">
                <a:solidFill>
                  <a:schemeClr val="accent4">
                    <a:lumMod val="50000"/>
                  </a:schemeClr>
                </a:solidFill>
              </a:rPr>
              <a:t>Контакты 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EE4BD0-8FCA-486F-8420-A9C14D146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576" y="2094613"/>
            <a:ext cx="10334847" cy="4359349"/>
          </a:xfrm>
        </p:spPr>
        <p:txBody>
          <a:bodyPr>
            <a:normAutofit/>
          </a:bodyPr>
          <a:lstStyle/>
          <a:p>
            <a:pPr algn="just"/>
            <a:r>
              <a:rPr lang="ru-RU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Анна Белоусова </a:t>
            </a:r>
          </a:p>
          <a:p>
            <a:pPr algn="just"/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Junior Data Analyst</a:t>
            </a:r>
            <a:endParaRPr lang="ru-RU" sz="2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/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tg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@belousovaanyaa</a:t>
            </a:r>
          </a:p>
          <a:p>
            <a:pPr algn="just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email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hlinkClick r:id="rId2"/>
              </a:rPr>
              <a:t>belousova-2001@yandex.ru</a:t>
            </a: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GitHub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ru-RU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>
                <a:hlinkClick r:id="rId3"/>
              </a:rPr>
              <a:t>belousovaanyaa2-hue/ecommerce-analysis: E-commerce data analysis: RFM, retention, revenue, delivery and ratings</a:t>
            </a: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2400" dirty="0">
                <a:hlinkClick r:id="rId4"/>
              </a:rPr>
              <a:t>Brazilian E-Commerce Public Dataset by </a:t>
            </a:r>
            <a:r>
              <a:rPr lang="en-US" sz="2400" dirty="0" err="1">
                <a:hlinkClick r:id="rId4"/>
              </a:rPr>
              <a:t>Olist</a:t>
            </a:r>
            <a:endParaRPr lang="ru-RU" sz="2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9371079-623A-4ABA-AC27-94747BC83F19}"/>
              </a:ext>
            </a:extLst>
          </p:cNvPr>
          <p:cNvCxnSpPr>
            <a:cxnSpLocks/>
          </p:cNvCxnSpPr>
          <p:nvPr/>
        </p:nvCxnSpPr>
        <p:spPr>
          <a:xfrm>
            <a:off x="928576" y="1004592"/>
            <a:ext cx="0" cy="866738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34944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Фиолетовый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Другая 2">
      <a:majorFont>
        <a:latin typeface="Oceanic TRIAL Extrabold"/>
        <a:ea typeface=""/>
        <a:cs typeface=""/>
      </a:majorFont>
      <a:minorFont>
        <a:latin typeface="Montserrat Medium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710</Words>
  <Application>Microsoft Office PowerPoint</Application>
  <PresentationFormat>Широкоэкранный</PresentationFormat>
  <Paragraphs>92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Agency FB</vt:lpstr>
      <vt:lpstr>Arial</vt:lpstr>
      <vt:lpstr>Montserrat</vt:lpstr>
      <vt:lpstr>Montserrat Medium</vt:lpstr>
      <vt:lpstr>Montserrat SemiBold</vt:lpstr>
      <vt:lpstr>Oceanic TRIAL Extrabold</vt:lpstr>
      <vt:lpstr>Специальное оформление</vt:lpstr>
      <vt:lpstr>Анализ данных e-commerce платформы</vt:lpstr>
      <vt:lpstr>Описание продукта </vt:lpstr>
      <vt:lpstr>Презентация PowerPoint</vt:lpstr>
      <vt:lpstr>Презентация PowerPoint</vt:lpstr>
      <vt:lpstr>Retention</vt:lpstr>
      <vt:lpstr>Презентация PowerPoint</vt:lpstr>
      <vt:lpstr>RFM-сегментация</vt:lpstr>
      <vt:lpstr>Презентация PowerPoint</vt:lpstr>
      <vt:lpstr>Выручка </vt:lpstr>
      <vt:lpstr>Сезонность</vt:lpstr>
      <vt:lpstr>Презентация PowerPoint</vt:lpstr>
      <vt:lpstr>Доставка</vt:lpstr>
      <vt:lpstr>Презентация PowerPoint</vt:lpstr>
      <vt:lpstr>Рейтинг</vt:lpstr>
      <vt:lpstr>Презентация PowerPoint</vt:lpstr>
      <vt:lpstr>Презентация PowerPoint</vt:lpstr>
      <vt:lpstr>Контакты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данных e-commerce платформы</dc:title>
  <dc:creator>Анна</dc:creator>
  <cp:lastModifiedBy>Анна</cp:lastModifiedBy>
  <cp:revision>20</cp:revision>
  <dcterms:created xsi:type="dcterms:W3CDTF">2026-02-09T11:37:12Z</dcterms:created>
  <dcterms:modified xsi:type="dcterms:W3CDTF">2026-02-09T18:25:52Z</dcterms:modified>
</cp:coreProperties>
</file>